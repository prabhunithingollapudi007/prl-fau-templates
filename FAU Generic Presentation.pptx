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1" r:id="rId19"/>
    <p:sldId id="270" r:id="rId20"/>
    <p:sldId id="272" r:id="rId21"/>
    <p:sldId id="273" r:id="rId22"/>
    <p:sldId id="274" r:id="rId23"/>
    <p:sldId id="275" r:id="rId24"/>
    <p:sldId id="276" r:id="rId25"/>
    <p:sldId id="277" r:id="rId26"/>
    <p:sldId id="279" r:id="rId27"/>
    <p:sldId id="280" r:id="rId28"/>
    <p:sldId id="281" r:id="rId29"/>
    <p:sldId id="282" r:id="rId30"/>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E42"/>
    <a:srgbClr val="8C9FB1"/>
    <a:srgbClr val="0431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35" autoAdjust="0"/>
    <p:restoredTop sz="96081" autoAdjust="0"/>
  </p:normalViewPr>
  <p:slideViewPr>
    <p:cSldViewPr snapToGrid="0" showGuides="1">
      <p:cViewPr varScale="1">
        <p:scale>
          <a:sx n="161" d="100"/>
          <a:sy n="161" d="100"/>
        </p:scale>
        <p:origin x="2208" y="174"/>
      </p:cViewPr>
      <p:guideLst/>
    </p:cSldViewPr>
  </p:slideViewPr>
  <p:outlineViewPr>
    <p:cViewPr>
      <p:scale>
        <a:sx n="33" d="100"/>
        <a:sy n="33" d="100"/>
      </p:scale>
      <p:origin x="0" y="-27840"/>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48D5-4572-8A9F-2AC12DE2E8CE}"/>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48D5-4572-8A9F-2AC12DE2E8CE}"/>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48D5-4572-8A9F-2AC12DE2E8CE}"/>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48D5-4572-8A9F-2AC12DE2E8CE}"/>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48D5-4572-8A9F-2AC12DE2E8CE}"/>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48D5-4572-8A9F-2AC12DE2E8CE}"/>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crossAx val="1434660416"/>
        <c:crosses val="autoZero"/>
        <c:crossBetween val="between"/>
        <c:majorUnit val="1"/>
      </c:valAx>
      <c:spPr>
        <a:noFill/>
        <a:ln>
          <a:noFill/>
        </a:ln>
        <a:effectLst/>
      </c:spPr>
    </c:plotArea>
    <c:legend>
      <c:legendPos val="b"/>
      <c:layout>
        <c:manualLayout>
          <c:xMode val="edge"/>
          <c:yMode val="edge"/>
          <c:x val="0"/>
          <c:y val="0.93371228813318075"/>
          <c:w val="1"/>
          <c:h val="6.628771186681925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1188-4B54-818B-ACBF55C6A6F2}"/>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1188-4B54-818B-ACBF55C6A6F2}"/>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1188-4B54-818B-ACBF55C6A6F2}"/>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1188-4B54-818B-ACBF55C6A6F2}"/>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1188-4B54-818B-ACBF55C6A6F2}"/>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1188-4B54-818B-ACBF55C6A6F2}"/>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crossAx val="1434660416"/>
        <c:crosses val="autoZero"/>
        <c:crossBetween val="between"/>
        <c:majorUnit val="1"/>
      </c:valAx>
      <c:spPr>
        <a:noFill/>
        <a:ln>
          <a:noFill/>
        </a:ln>
        <a:effectLst/>
      </c:spPr>
    </c:plotArea>
    <c:legend>
      <c:legendPos val="b"/>
      <c:layout>
        <c:manualLayout>
          <c:xMode val="edge"/>
          <c:yMode val="edge"/>
          <c:x val="0"/>
          <c:y val="0.91147461327584223"/>
          <c:w val="1"/>
          <c:h val="8.8525386724157745E-2"/>
        </c:manualLayout>
      </c:layout>
      <c:overlay val="0"/>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gn="ctr">
        <a:defRPr lang="en-US" sz="1400" b="0" i="0" u="none" strike="noStrike" kern="1200" baseline="0">
          <a:solidFill>
            <a:schemeClr val="tx1"/>
          </a:solidFill>
          <a:latin typeface="+mn-lt"/>
          <a:ea typeface="+mn-ea"/>
          <a:cs typeface="+mn-cs"/>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719F-4F43-AA89-4137433266CE}"/>
              </c:ext>
            </c:extLst>
          </c:dPt>
          <c:dPt>
            <c:idx val="1"/>
            <c:bubble3D val="0"/>
            <c:spPr>
              <a:solidFill>
                <a:schemeClr val="accent2"/>
              </a:solidFill>
              <a:ln w="12700">
                <a:noFill/>
              </a:ln>
              <a:effectLst/>
            </c:spPr>
            <c:extLst>
              <c:ext xmlns:c16="http://schemas.microsoft.com/office/drawing/2014/chart" uri="{C3380CC4-5D6E-409C-BE32-E72D297353CC}">
                <c16:uniqueId val="{00000003-719F-4F43-AA89-4137433266CE}"/>
              </c:ext>
            </c:extLst>
          </c:dPt>
          <c:dPt>
            <c:idx val="2"/>
            <c:bubble3D val="0"/>
            <c:spPr>
              <a:solidFill>
                <a:schemeClr val="accent3"/>
              </a:solidFill>
              <a:ln w="12700">
                <a:noFill/>
              </a:ln>
              <a:effectLst/>
            </c:spPr>
            <c:extLst>
              <c:ext xmlns:c16="http://schemas.microsoft.com/office/drawing/2014/chart" uri="{C3380CC4-5D6E-409C-BE32-E72D297353CC}">
                <c16:uniqueId val="{00000005-719F-4F43-AA89-4137433266CE}"/>
              </c:ext>
            </c:extLst>
          </c:dPt>
          <c:dPt>
            <c:idx val="3"/>
            <c:bubble3D val="0"/>
            <c:spPr>
              <a:solidFill>
                <a:schemeClr val="accent4"/>
              </a:solidFill>
              <a:ln w="12700">
                <a:noFill/>
              </a:ln>
              <a:effectLst/>
            </c:spPr>
            <c:extLst>
              <c:ext xmlns:c16="http://schemas.microsoft.com/office/drawing/2014/chart" uri="{C3380CC4-5D6E-409C-BE32-E72D297353CC}">
                <c16:uniqueId val="{00000007-719F-4F43-AA89-4137433266CE}"/>
              </c:ext>
            </c:extLst>
          </c:dPt>
          <c:dPt>
            <c:idx val="4"/>
            <c:bubble3D val="0"/>
            <c:spPr>
              <a:solidFill>
                <a:schemeClr val="accent5"/>
              </a:solidFill>
              <a:ln w="12700">
                <a:noFill/>
              </a:ln>
              <a:effectLst/>
            </c:spPr>
            <c:extLst>
              <c:ext xmlns:c16="http://schemas.microsoft.com/office/drawing/2014/chart" uri="{C3380CC4-5D6E-409C-BE32-E72D297353CC}">
                <c16:uniqueId val="{00000009-719F-4F43-AA89-4137433266CE}"/>
              </c:ext>
            </c:extLst>
          </c:dPt>
          <c:dPt>
            <c:idx val="5"/>
            <c:bubble3D val="0"/>
            <c:spPr>
              <a:solidFill>
                <a:schemeClr val="accent6"/>
              </a:solidFill>
              <a:ln w="12700">
                <a:noFill/>
              </a:ln>
              <a:effectLst/>
            </c:spPr>
            <c:extLst>
              <c:ext xmlns:c16="http://schemas.microsoft.com/office/drawing/2014/chart" uri="{C3380CC4-5D6E-409C-BE32-E72D297353CC}">
                <c16:uniqueId val="{0000000B-719F-4F43-AA89-4137433266CE}"/>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719F-4F43-AA89-4137433266CE}"/>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25811169888593"/>
          <c:y val="8.603907043828872E-2"/>
          <c:w val="0.77548353282465077"/>
          <c:h val="0.69602280932222305"/>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B295-4285-9C5B-4618BCB10020}"/>
              </c:ext>
            </c:extLst>
          </c:dPt>
          <c:dPt>
            <c:idx val="1"/>
            <c:bubble3D val="0"/>
            <c:spPr>
              <a:solidFill>
                <a:schemeClr val="accent2"/>
              </a:solidFill>
              <a:ln w="12700">
                <a:noFill/>
              </a:ln>
              <a:effectLst/>
            </c:spPr>
            <c:extLst>
              <c:ext xmlns:c16="http://schemas.microsoft.com/office/drawing/2014/chart" uri="{C3380CC4-5D6E-409C-BE32-E72D297353CC}">
                <c16:uniqueId val="{00000003-B295-4285-9C5B-4618BCB10020}"/>
              </c:ext>
            </c:extLst>
          </c:dPt>
          <c:dPt>
            <c:idx val="2"/>
            <c:bubble3D val="0"/>
            <c:spPr>
              <a:solidFill>
                <a:schemeClr val="accent3"/>
              </a:solidFill>
              <a:ln w="12700">
                <a:noFill/>
              </a:ln>
              <a:effectLst/>
            </c:spPr>
            <c:extLst>
              <c:ext xmlns:c16="http://schemas.microsoft.com/office/drawing/2014/chart" uri="{C3380CC4-5D6E-409C-BE32-E72D297353CC}">
                <c16:uniqueId val="{00000005-B295-4285-9C5B-4618BCB10020}"/>
              </c:ext>
            </c:extLst>
          </c:dPt>
          <c:dPt>
            <c:idx val="3"/>
            <c:bubble3D val="0"/>
            <c:spPr>
              <a:solidFill>
                <a:schemeClr val="accent4"/>
              </a:solidFill>
              <a:ln w="12700">
                <a:noFill/>
              </a:ln>
              <a:effectLst/>
            </c:spPr>
            <c:extLst>
              <c:ext xmlns:c16="http://schemas.microsoft.com/office/drawing/2014/chart" uri="{C3380CC4-5D6E-409C-BE32-E72D297353CC}">
                <c16:uniqueId val="{00000007-B295-4285-9C5B-4618BCB10020}"/>
              </c:ext>
            </c:extLst>
          </c:dPt>
          <c:dPt>
            <c:idx val="4"/>
            <c:bubble3D val="0"/>
            <c:spPr>
              <a:solidFill>
                <a:schemeClr val="accent5"/>
              </a:solidFill>
              <a:ln w="12700">
                <a:noFill/>
              </a:ln>
              <a:effectLst/>
            </c:spPr>
            <c:extLst>
              <c:ext xmlns:c16="http://schemas.microsoft.com/office/drawing/2014/chart" uri="{C3380CC4-5D6E-409C-BE32-E72D297353CC}">
                <c16:uniqueId val="{00000009-B295-4285-9C5B-4618BCB10020}"/>
              </c:ext>
            </c:extLst>
          </c:dPt>
          <c:dPt>
            <c:idx val="5"/>
            <c:bubble3D val="0"/>
            <c:spPr>
              <a:solidFill>
                <a:schemeClr val="accent6"/>
              </a:solidFill>
              <a:ln w="12700">
                <a:noFill/>
              </a:ln>
              <a:effectLst/>
            </c:spPr>
            <c:extLst>
              <c:ext xmlns:c16="http://schemas.microsoft.com/office/drawing/2014/chart" uri="{C3380CC4-5D6E-409C-BE32-E72D297353CC}">
                <c16:uniqueId val="{0000000B-B295-4285-9C5B-4618BCB10020}"/>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95-4285-9C5B-4618BCB10020}"/>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295-4285-9C5B-4618BCB10020}"/>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295-4285-9C5B-4618BCB10020}"/>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295-4285-9C5B-4618BCB10020}"/>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295-4285-9C5B-4618BCB10020}"/>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295-4285-9C5B-4618BCB10020}"/>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B295-4285-9C5B-4618BCB10020}"/>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7307-48FA-B09E-F1E63548514C}"/>
              </c:ext>
            </c:extLst>
          </c:dPt>
          <c:dPt>
            <c:idx val="1"/>
            <c:bubble3D val="0"/>
            <c:spPr>
              <a:solidFill>
                <a:schemeClr val="accent2"/>
              </a:solidFill>
              <a:ln w="12700">
                <a:noFill/>
              </a:ln>
              <a:effectLst/>
            </c:spPr>
            <c:extLst>
              <c:ext xmlns:c16="http://schemas.microsoft.com/office/drawing/2014/chart" uri="{C3380CC4-5D6E-409C-BE32-E72D297353CC}">
                <c16:uniqueId val="{00000003-7307-48FA-B09E-F1E63548514C}"/>
              </c:ext>
            </c:extLst>
          </c:dPt>
          <c:dPt>
            <c:idx val="2"/>
            <c:bubble3D val="0"/>
            <c:spPr>
              <a:solidFill>
                <a:schemeClr val="accent3"/>
              </a:solidFill>
              <a:ln w="12700">
                <a:noFill/>
              </a:ln>
              <a:effectLst/>
            </c:spPr>
            <c:extLst>
              <c:ext xmlns:c16="http://schemas.microsoft.com/office/drawing/2014/chart" uri="{C3380CC4-5D6E-409C-BE32-E72D297353CC}">
                <c16:uniqueId val="{00000005-7307-48FA-B09E-F1E63548514C}"/>
              </c:ext>
            </c:extLst>
          </c:dPt>
          <c:dPt>
            <c:idx val="3"/>
            <c:bubble3D val="0"/>
            <c:spPr>
              <a:solidFill>
                <a:schemeClr val="accent4"/>
              </a:solidFill>
              <a:ln w="12700">
                <a:noFill/>
              </a:ln>
              <a:effectLst/>
            </c:spPr>
            <c:extLst>
              <c:ext xmlns:c16="http://schemas.microsoft.com/office/drawing/2014/chart" uri="{C3380CC4-5D6E-409C-BE32-E72D297353CC}">
                <c16:uniqueId val="{00000007-7307-48FA-B09E-F1E63548514C}"/>
              </c:ext>
            </c:extLst>
          </c:dPt>
          <c:dPt>
            <c:idx val="4"/>
            <c:bubble3D val="0"/>
            <c:spPr>
              <a:solidFill>
                <a:schemeClr val="accent5"/>
              </a:solidFill>
              <a:ln w="12700">
                <a:noFill/>
              </a:ln>
              <a:effectLst/>
            </c:spPr>
            <c:extLst>
              <c:ext xmlns:c16="http://schemas.microsoft.com/office/drawing/2014/chart" uri="{C3380CC4-5D6E-409C-BE32-E72D297353CC}">
                <c16:uniqueId val="{00000009-7307-48FA-B09E-F1E63548514C}"/>
              </c:ext>
            </c:extLst>
          </c:dPt>
          <c:dPt>
            <c:idx val="5"/>
            <c:bubble3D val="0"/>
            <c:spPr>
              <a:solidFill>
                <a:schemeClr val="accent6"/>
              </a:solidFill>
              <a:ln w="12700">
                <a:noFill/>
              </a:ln>
              <a:effectLst/>
            </c:spPr>
            <c:extLst>
              <c:ext xmlns:c16="http://schemas.microsoft.com/office/drawing/2014/chart" uri="{C3380CC4-5D6E-409C-BE32-E72D297353CC}">
                <c16:uniqueId val="{0000000B-7307-48FA-B09E-F1E63548514C}"/>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7307-48FA-B09E-F1E63548514C}"/>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25811169888593"/>
          <c:y val="8.603907043828872E-2"/>
          <c:w val="0.77548353282465077"/>
          <c:h val="0.69602280932222305"/>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749B-49D2-81AE-32E6844B98DB}"/>
              </c:ext>
            </c:extLst>
          </c:dPt>
          <c:dPt>
            <c:idx val="1"/>
            <c:bubble3D val="0"/>
            <c:spPr>
              <a:solidFill>
                <a:schemeClr val="accent2"/>
              </a:solidFill>
              <a:ln w="12700">
                <a:noFill/>
              </a:ln>
              <a:effectLst/>
            </c:spPr>
            <c:extLst>
              <c:ext xmlns:c16="http://schemas.microsoft.com/office/drawing/2014/chart" uri="{C3380CC4-5D6E-409C-BE32-E72D297353CC}">
                <c16:uniqueId val="{00000003-749B-49D2-81AE-32E6844B98DB}"/>
              </c:ext>
            </c:extLst>
          </c:dPt>
          <c:dPt>
            <c:idx val="2"/>
            <c:bubble3D val="0"/>
            <c:spPr>
              <a:solidFill>
                <a:schemeClr val="accent3"/>
              </a:solidFill>
              <a:ln w="12700">
                <a:noFill/>
              </a:ln>
              <a:effectLst/>
            </c:spPr>
            <c:extLst>
              <c:ext xmlns:c16="http://schemas.microsoft.com/office/drawing/2014/chart" uri="{C3380CC4-5D6E-409C-BE32-E72D297353CC}">
                <c16:uniqueId val="{00000005-749B-49D2-81AE-32E6844B98DB}"/>
              </c:ext>
            </c:extLst>
          </c:dPt>
          <c:dPt>
            <c:idx val="3"/>
            <c:bubble3D val="0"/>
            <c:spPr>
              <a:solidFill>
                <a:schemeClr val="accent4"/>
              </a:solidFill>
              <a:ln w="12700">
                <a:noFill/>
              </a:ln>
              <a:effectLst/>
            </c:spPr>
            <c:extLst>
              <c:ext xmlns:c16="http://schemas.microsoft.com/office/drawing/2014/chart" uri="{C3380CC4-5D6E-409C-BE32-E72D297353CC}">
                <c16:uniqueId val="{00000007-749B-49D2-81AE-32E6844B98DB}"/>
              </c:ext>
            </c:extLst>
          </c:dPt>
          <c:dPt>
            <c:idx val="4"/>
            <c:bubble3D val="0"/>
            <c:spPr>
              <a:solidFill>
                <a:schemeClr val="accent5"/>
              </a:solidFill>
              <a:ln w="12700">
                <a:noFill/>
              </a:ln>
              <a:effectLst/>
            </c:spPr>
            <c:extLst>
              <c:ext xmlns:c16="http://schemas.microsoft.com/office/drawing/2014/chart" uri="{C3380CC4-5D6E-409C-BE32-E72D297353CC}">
                <c16:uniqueId val="{00000009-749B-49D2-81AE-32E6844B98DB}"/>
              </c:ext>
            </c:extLst>
          </c:dPt>
          <c:dPt>
            <c:idx val="5"/>
            <c:bubble3D val="0"/>
            <c:spPr>
              <a:solidFill>
                <a:schemeClr val="accent6"/>
              </a:solidFill>
              <a:ln w="12700">
                <a:noFill/>
              </a:ln>
              <a:effectLst/>
            </c:spPr>
            <c:extLst>
              <c:ext xmlns:c16="http://schemas.microsoft.com/office/drawing/2014/chart" uri="{C3380CC4-5D6E-409C-BE32-E72D297353CC}">
                <c16:uniqueId val="{0000000B-749B-49D2-81AE-32E6844B98DB}"/>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9B-49D2-81AE-32E6844B98DB}"/>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49B-49D2-81AE-32E6844B98DB}"/>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49B-49D2-81AE-32E6844B98DB}"/>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49B-49D2-81AE-32E6844B98DB}"/>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49B-49D2-81AE-32E6844B98DB}"/>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49B-49D2-81AE-32E6844B98DB}"/>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749B-49D2-81AE-32E6844B98DB}"/>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2C9555C-46DE-4406-8ABE-45349F5208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4F3B590-57A4-4D61-9607-3C2EA36AB1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t>18.03.2026</a:t>
            </a:fld>
            <a:endParaRPr lang="de-DE"/>
          </a:p>
        </p:txBody>
      </p:sp>
      <p:sp>
        <p:nvSpPr>
          <p:cNvPr id="4" name="Fußzeilenplatzhalter 3">
            <a:extLst>
              <a:ext uri="{FF2B5EF4-FFF2-40B4-BE49-F238E27FC236}">
                <a16:creationId xmlns:a16="http://schemas.microsoft.com/office/drawing/2014/main" id="{4C6DC5A1-1CCC-484A-AB24-DCA2F05D5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4041CFA-48F6-4759-86C7-790FC637E9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t>‹Nr.›</a:t>
            </a:fld>
            <a:endParaRPr lang="de-DE"/>
          </a:p>
        </p:txBody>
      </p:sp>
    </p:spTree>
    <p:extLst>
      <p:ext uri="{BB962C8B-B14F-4D97-AF65-F5344CB8AC3E}">
        <p14:creationId xmlns:p14="http://schemas.microsoft.com/office/powerpoint/2010/main" val="144183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t>18.03.2026</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t>‹Nr.›</a:t>
            </a:fld>
            <a:endParaRPr lang="de-DE"/>
          </a:p>
        </p:txBody>
      </p:sp>
    </p:spTree>
    <p:extLst>
      <p:ext uri="{BB962C8B-B14F-4D97-AF65-F5344CB8AC3E}">
        <p14:creationId xmlns:p14="http://schemas.microsoft.com/office/powerpoint/2010/main" val="115331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390123" y="3042516"/>
            <a:ext cx="3732625" cy="772969"/>
          </a:xfrm>
        </p:spPr>
        <p:txBody>
          <a:bodyPr wrap="none" tIns="0" rIns="0"/>
          <a:lstStyle>
            <a:lvl1pPr algn="l">
              <a:lnSpc>
                <a:spcPct val="110000"/>
              </a:lnSpc>
              <a:defRPr sz="4950">
                <a:solidFill>
                  <a:schemeClr val="tx1"/>
                </a:solidFill>
              </a:defRPr>
            </a:lvl1pPr>
          </a:lstStyle>
          <a:p>
            <a:r>
              <a:rPr lang="de-DE" dirty="0"/>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388800" y="1196733"/>
            <a:ext cx="8757047"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292893" y="160153"/>
            <a:ext cx="250031"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292893" y="1131703"/>
            <a:ext cx="250031"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292893" y="1491963"/>
            <a:ext cx="250031"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292893" y="3292188"/>
            <a:ext cx="250031"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292893" y="6063963"/>
            <a:ext cx="250031"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292893" y="6495763"/>
            <a:ext cx="250031"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169567" y="-282035"/>
            <a:ext cx="333375" cy="102606"/>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4273057" y="-282036"/>
            <a:ext cx="333375" cy="102603"/>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4652949" y="-397424"/>
            <a:ext cx="93680" cy="333375"/>
            <a:chOff x="6416679" y="-397424"/>
            <a:chExt cx="124907"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8543829" y="-282039"/>
            <a:ext cx="333375" cy="1026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190" name="Grafik 3">
            <a:extLst>
              <a:ext uri="{FF2B5EF4-FFF2-40B4-BE49-F238E27FC236}">
                <a16:creationId xmlns:a16="http://schemas.microsoft.com/office/drawing/2014/main" id="{4ADEAF76-AD0A-4156-897E-5196114BAC0B}"/>
              </a:ext>
            </a:extLst>
          </p:cNvPr>
          <p:cNvGrpSpPr/>
          <p:nvPr userDrawn="1"/>
        </p:nvGrpSpPr>
        <p:grpSpPr>
          <a:xfrm>
            <a:off x="380207" y="293688"/>
            <a:ext cx="2594512" cy="327278"/>
            <a:chOff x="2242184" y="2525076"/>
            <a:chExt cx="7709534" cy="972502"/>
          </a:xfrm>
          <a:solidFill>
            <a:schemeClr val="tx1"/>
          </a:solidFill>
        </p:grpSpPr>
        <p:sp>
          <p:nvSpPr>
            <p:cNvPr id="191" name="Freihandform: Form 190">
              <a:extLst>
                <a:ext uri="{FF2B5EF4-FFF2-40B4-BE49-F238E27FC236}">
                  <a16:creationId xmlns:a16="http://schemas.microsoft.com/office/drawing/2014/main" id="{D792344F-E16E-46B0-8254-E5D6F1269D32}"/>
                </a:ext>
              </a:extLst>
            </p:cNvPr>
            <p:cNvSpPr/>
            <p:nvPr/>
          </p:nvSpPr>
          <p:spPr>
            <a:xfrm>
              <a:off x="2269806" y="2545079"/>
              <a:ext cx="232409" cy="369569"/>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92" name="Freihandform: Form 191">
              <a:extLst>
                <a:ext uri="{FF2B5EF4-FFF2-40B4-BE49-F238E27FC236}">
                  <a16:creationId xmlns:a16="http://schemas.microsoft.com/office/drawing/2014/main" id="{37BDA980-777A-48C6-B791-4FE5C214BB5B}"/>
                </a:ext>
              </a:extLst>
            </p:cNvPr>
            <p:cNvSpPr/>
            <p:nvPr/>
          </p:nvSpPr>
          <p:spPr>
            <a:xfrm>
              <a:off x="2538412"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93" name="Freihandform: Form 192">
              <a:extLst>
                <a:ext uri="{FF2B5EF4-FFF2-40B4-BE49-F238E27FC236}">
                  <a16:creationId xmlns:a16="http://schemas.microsoft.com/office/drawing/2014/main" id="{CAF412EF-4A51-4CAA-9155-5B6A1E337E41}"/>
                </a:ext>
              </a:extLst>
            </p:cNvPr>
            <p:cNvSpPr/>
            <p:nvPr/>
          </p:nvSpPr>
          <p:spPr>
            <a:xfrm>
              <a:off x="2743199" y="2528887"/>
              <a:ext cx="79057" cy="384810"/>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94" name="Freihandform: Form 193">
              <a:extLst>
                <a:ext uri="{FF2B5EF4-FFF2-40B4-BE49-F238E27FC236}">
                  <a16:creationId xmlns:a16="http://schemas.microsoft.com/office/drawing/2014/main" id="{5F71B0F5-23A7-475C-A5FC-C98A73B7B4D6}"/>
                </a:ext>
              </a:extLst>
            </p:cNvPr>
            <p:cNvSpPr/>
            <p:nvPr/>
          </p:nvSpPr>
          <p:spPr>
            <a:xfrm>
              <a:off x="2879407" y="2641281"/>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195" name="Freihandform: Form 194">
              <a:extLst>
                <a:ext uri="{FF2B5EF4-FFF2-40B4-BE49-F238E27FC236}">
                  <a16:creationId xmlns:a16="http://schemas.microsoft.com/office/drawing/2014/main" id="{D6DAFD31-9A7A-4234-B964-EB010FDB8E20}"/>
                </a:ext>
              </a:extLst>
            </p:cNvPr>
            <p:cNvSpPr/>
            <p:nvPr/>
          </p:nvSpPr>
          <p:spPr>
            <a:xfrm>
              <a:off x="3177539" y="2525076"/>
              <a:ext cx="248602" cy="396239"/>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96" name="Freihandform: Form 195">
              <a:extLst>
                <a:ext uri="{FF2B5EF4-FFF2-40B4-BE49-F238E27FC236}">
                  <a16:creationId xmlns:a16="http://schemas.microsoft.com/office/drawing/2014/main" id="{7E32D9A0-4C95-4686-AF77-6079A82FD5FB}"/>
                </a:ext>
              </a:extLst>
            </p:cNvPr>
            <p:cNvSpPr/>
            <p:nvPr/>
          </p:nvSpPr>
          <p:spPr>
            <a:xfrm>
              <a:off x="3509009"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97" name="Freihandform: Form 196">
              <a:extLst>
                <a:ext uri="{FF2B5EF4-FFF2-40B4-BE49-F238E27FC236}">
                  <a16:creationId xmlns:a16="http://schemas.microsoft.com/office/drawing/2014/main" id="{883CD587-420E-4DD4-A7A2-31FB511A2E46}"/>
                </a:ext>
              </a:extLst>
            </p:cNvPr>
            <p:cNvSpPr/>
            <p:nvPr/>
          </p:nvSpPr>
          <p:spPr>
            <a:xfrm>
              <a:off x="3712844" y="2528887"/>
              <a:ext cx="79057" cy="384810"/>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98" name="Freihandform: Form 197">
              <a:extLst>
                <a:ext uri="{FF2B5EF4-FFF2-40B4-BE49-F238E27FC236}">
                  <a16:creationId xmlns:a16="http://schemas.microsoft.com/office/drawing/2014/main" id="{E3F20AAF-271F-45F9-A2AD-849BB2606E21}"/>
                </a:ext>
              </a:extLst>
            </p:cNvPr>
            <p:cNvSpPr/>
            <p:nvPr/>
          </p:nvSpPr>
          <p:spPr>
            <a:xfrm>
              <a:off x="3850957" y="2640329"/>
              <a:ext cx="224789" cy="280034"/>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99" name="Freihandform: Form 198">
              <a:extLst>
                <a:ext uri="{FF2B5EF4-FFF2-40B4-BE49-F238E27FC236}">
                  <a16:creationId xmlns:a16="http://schemas.microsoft.com/office/drawing/2014/main" id="{E4C03CB6-FD87-44BB-9D25-15FB5C08E554}"/>
                </a:ext>
              </a:extLst>
            </p:cNvPr>
            <p:cNvSpPr/>
            <p:nvPr/>
          </p:nvSpPr>
          <p:spPr>
            <a:xfrm>
              <a:off x="4129087" y="2525076"/>
              <a:ext cx="229552" cy="389572"/>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200" name="Freihandform: Form 199">
              <a:extLst>
                <a:ext uri="{FF2B5EF4-FFF2-40B4-BE49-F238E27FC236}">
                  <a16:creationId xmlns:a16="http://schemas.microsoft.com/office/drawing/2014/main" id="{EBB315C8-0398-449B-A868-AB37DD30D180}"/>
                </a:ext>
              </a:extLst>
            </p:cNvPr>
            <p:cNvSpPr/>
            <p:nvPr/>
          </p:nvSpPr>
          <p:spPr>
            <a:xfrm>
              <a:off x="4430077" y="2721291"/>
              <a:ext cx="130492" cy="59055"/>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201" name="Freihandform: Form 200">
              <a:extLst>
                <a:ext uri="{FF2B5EF4-FFF2-40B4-BE49-F238E27FC236}">
                  <a16:creationId xmlns:a16="http://schemas.microsoft.com/office/drawing/2014/main" id="{8CEDA761-3382-4A6F-9BD8-EE3A281181D3}"/>
                </a:ext>
              </a:extLst>
            </p:cNvPr>
            <p:cNvSpPr/>
            <p:nvPr/>
          </p:nvSpPr>
          <p:spPr>
            <a:xfrm>
              <a:off x="4593906" y="2545079"/>
              <a:ext cx="342900" cy="368617"/>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202" name="Freihandform: Form 201">
              <a:extLst>
                <a:ext uri="{FF2B5EF4-FFF2-40B4-BE49-F238E27FC236}">
                  <a16:creationId xmlns:a16="http://schemas.microsoft.com/office/drawing/2014/main" id="{5FEE7C79-E429-42BB-A4B7-221FB180F8A3}"/>
                </a:ext>
              </a:extLst>
            </p:cNvPr>
            <p:cNvSpPr/>
            <p:nvPr/>
          </p:nvSpPr>
          <p:spPr>
            <a:xfrm>
              <a:off x="4992052" y="2525076"/>
              <a:ext cx="61912" cy="388620"/>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203" name="Freihandform: Form 202">
              <a:extLst>
                <a:ext uri="{FF2B5EF4-FFF2-40B4-BE49-F238E27FC236}">
                  <a16:creationId xmlns:a16="http://schemas.microsoft.com/office/drawing/2014/main" id="{08F27F8E-E42C-43F4-BA99-2FBF390DEEFD}"/>
                </a:ext>
              </a:extLst>
            </p:cNvPr>
            <p:cNvSpPr/>
            <p:nvPr/>
          </p:nvSpPr>
          <p:spPr>
            <a:xfrm>
              <a:off x="5120639" y="2641281"/>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204" name="Freihandform: Form 203">
              <a:extLst>
                <a:ext uri="{FF2B5EF4-FFF2-40B4-BE49-F238E27FC236}">
                  <a16:creationId xmlns:a16="http://schemas.microsoft.com/office/drawing/2014/main" id="{74F1FCA2-5BE9-47A0-91A4-9E79BCC74A9E}"/>
                </a:ext>
              </a:extLst>
            </p:cNvPr>
            <p:cNvSpPr/>
            <p:nvPr/>
          </p:nvSpPr>
          <p:spPr>
            <a:xfrm>
              <a:off x="5397817" y="2646997"/>
              <a:ext cx="255269" cy="266700"/>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205" name="Freihandform: Form 204">
              <a:extLst>
                <a:ext uri="{FF2B5EF4-FFF2-40B4-BE49-F238E27FC236}">
                  <a16:creationId xmlns:a16="http://schemas.microsoft.com/office/drawing/2014/main" id="{B4624C8A-8747-43FA-8722-54AB8EAF0DDB}"/>
                </a:ext>
              </a:extLst>
            </p:cNvPr>
            <p:cNvSpPr/>
            <p:nvPr/>
          </p:nvSpPr>
          <p:spPr>
            <a:xfrm>
              <a:off x="5686407" y="2641281"/>
              <a:ext cx="225759" cy="279082"/>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206" name="Freihandform: Form 205">
              <a:extLst>
                <a:ext uri="{FF2B5EF4-FFF2-40B4-BE49-F238E27FC236}">
                  <a16:creationId xmlns:a16="http://schemas.microsoft.com/office/drawing/2014/main" id="{5F56A69A-E084-48DD-A2B4-AFF86F248723}"/>
                </a:ext>
              </a:extLst>
            </p:cNvPr>
            <p:cNvSpPr/>
            <p:nvPr/>
          </p:nvSpPr>
          <p:spPr>
            <a:xfrm>
              <a:off x="5991224" y="2641281"/>
              <a:ext cx="229552" cy="27336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207" name="Freihandform: Form 206">
              <a:extLst>
                <a:ext uri="{FF2B5EF4-FFF2-40B4-BE49-F238E27FC236}">
                  <a16:creationId xmlns:a16="http://schemas.microsoft.com/office/drawing/2014/main" id="{68472785-83F8-432B-899C-3A3D1BAF37D3}"/>
                </a:ext>
              </a:extLst>
            </p:cNvPr>
            <p:cNvSpPr/>
            <p:nvPr/>
          </p:nvSpPr>
          <p:spPr>
            <a:xfrm>
              <a:off x="6286499" y="2525076"/>
              <a:ext cx="248602" cy="396239"/>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208" name="Freihandform: Form 207">
              <a:extLst>
                <a:ext uri="{FF2B5EF4-FFF2-40B4-BE49-F238E27FC236}">
                  <a16:creationId xmlns:a16="http://schemas.microsoft.com/office/drawing/2014/main" id="{C3E1EE3C-16E8-4695-9F0B-F60D2F0E44A9}"/>
                </a:ext>
              </a:extLst>
            </p:cNvPr>
            <p:cNvSpPr/>
            <p:nvPr/>
          </p:nvSpPr>
          <p:spPr>
            <a:xfrm>
              <a:off x="6602729" y="2641281"/>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209" name="Freihandform: Form 208">
              <a:extLst>
                <a:ext uri="{FF2B5EF4-FFF2-40B4-BE49-F238E27FC236}">
                  <a16:creationId xmlns:a16="http://schemas.microsoft.com/office/drawing/2014/main" id="{151D9BAE-9038-490C-A0F7-2F1D800A446D}"/>
                </a:ext>
              </a:extLst>
            </p:cNvPr>
            <p:cNvSpPr/>
            <p:nvPr/>
          </p:nvSpPr>
          <p:spPr>
            <a:xfrm>
              <a:off x="6916101"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210" name="Freihandform: Form 209">
              <a:extLst>
                <a:ext uri="{FF2B5EF4-FFF2-40B4-BE49-F238E27FC236}">
                  <a16:creationId xmlns:a16="http://schemas.microsoft.com/office/drawing/2014/main" id="{2D8614FE-47FE-4BC6-8494-74EF83C7D417}"/>
                </a:ext>
              </a:extLst>
            </p:cNvPr>
            <p:cNvSpPr/>
            <p:nvPr/>
          </p:nvSpPr>
          <p:spPr>
            <a:xfrm>
              <a:off x="7115174"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211" name="Freihandform: Form 210">
              <a:extLst>
                <a:ext uri="{FF2B5EF4-FFF2-40B4-BE49-F238E27FC236}">
                  <a16:creationId xmlns:a16="http://schemas.microsoft.com/office/drawing/2014/main" id="{95E5E676-287D-40AB-8B1E-6F75E647C75A}"/>
                </a:ext>
              </a:extLst>
            </p:cNvPr>
            <p:cNvSpPr/>
            <p:nvPr/>
          </p:nvSpPr>
          <p:spPr>
            <a:xfrm>
              <a:off x="7324724" y="2545079"/>
              <a:ext cx="288607" cy="375284"/>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212" name="Freihandform: Form 211">
              <a:extLst>
                <a:ext uri="{FF2B5EF4-FFF2-40B4-BE49-F238E27FC236}">
                  <a16:creationId xmlns:a16="http://schemas.microsoft.com/office/drawing/2014/main" id="{368E6FC7-2A69-4746-AE74-58002B740780}"/>
                </a:ext>
              </a:extLst>
            </p:cNvPr>
            <p:cNvSpPr/>
            <p:nvPr/>
          </p:nvSpPr>
          <p:spPr>
            <a:xfrm>
              <a:off x="7697151" y="2641281"/>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213" name="Freihandform: Form 212">
              <a:extLst>
                <a:ext uri="{FF2B5EF4-FFF2-40B4-BE49-F238E27FC236}">
                  <a16:creationId xmlns:a16="http://schemas.microsoft.com/office/drawing/2014/main" id="{8FEE6B0E-CFEE-493D-B324-845D2CF34736}"/>
                </a:ext>
              </a:extLst>
            </p:cNvPr>
            <p:cNvSpPr/>
            <p:nvPr/>
          </p:nvSpPr>
          <p:spPr>
            <a:xfrm>
              <a:off x="7996237" y="2528887"/>
              <a:ext cx="79057" cy="384810"/>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214" name="Freihandform: Form 213">
              <a:extLst>
                <a:ext uri="{FF2B5EF4-FFF2-40B4-BE49-F238E27FC236}">
                  <a16:creationId xmlns:a16="http://schemas.microsoft.com/office/drawing/2014/main" id="{E56A173D-8E65-4B1D-8C9D-958551B42D5C}"/>
                </a:ext>
              </a:extLst>
            </p:cNvPr>
            <p:cNvSpPr/>
            <p:nvPr/>
          </p:nvSpPr>
          <p:spPr>
            <a:xfrm>
              <a:off x="8119109" y="2647949"/>
              <a:ext cx="259079" cy="266700"/>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215" name="Freihandform: Form 214">
              <a:extLst>
                <a:ext uri="{FF2B5EF4-FFF2-40B4-BE49-F238E27FC236}">
                  <a16:creationId xmlns:a16="http://schemas.microsoft.com/office/drawing/2014/main" id="{C925E02D-2CC2-4667-BB0C-F19CDB1DBA1E}"/>
                </a:ext>
              </a:extLst>
            </p:cNvPr>
            <p:cNvSpPr/>
            <p:nvPr/>
          </p:nvSpPr>
          <p:spPr>
            <a:xfrm>
              <a:off x="8406764"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216" name="Freihandform: Form 215">
              <a:extLst>
                <a:ext uri="{FF2B5EF4-FFF2-40B4-BE49-F238E27FC236}">
                  <a16:creationId xmlns:a16="http://schemas.microsoft.com/office/drawing/2014/main" id="{BAD48991-A532-43B3-9E95-62F11A304C60}"/>
                </a:ext>
              </a:extLst>
            </p:cNvPr>
            <p:cNvSpPr/>
            <p:nvPr/>
          </p:nvSpPr>
          <p:spPr>
            <a:xfrm>
              <a:off x="8720137" y="2641039"/>
              <a:ext cx="160019" cy="272657"/>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217" name="Freihandform: Form 216">
              <a:extLst>
                <a:ext uri="{FF2B5EF4-FFF2-40B4-BE49-F238E27FC236}">
                  <a16:creationId xmlns:a16="http://schemas.microsoft.com/office/drawing/2014/main" id="{02C6746C-CEAC-4EE0-B8BA-5D70F60663E5}"/>
                </a:ext>
              </a:extLst>
            </p:cNvPr>
            <p:cNvSpPr/>
            <p:nvPr/>
          </p:nvSpPr>
          <p:spPr>
            <a:xfrm>
              <a:off x="8909684" y="2640329"/>
              <a:ext cx="205739" cy="280034"/>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218" name="Freihandform: Form 217">
              <a:extLst>
                <a:ext uri="{FF2B5EF4-FFF2-40B4-BE49-F238E27FC236}">
                  <a16:creationId xmlns:a16="http://schemas.microsoft.com/office/drawing/2014/main" id="{05A72C58-4DE0-4C38-BB80-556FEEC3C656}"/>
                </a:ext>
              </a:extLst>
            </p:cNvPr>
            <p:cNvSpPr/>
            <p:nvPr/>
          </p:nvSpPr>
          <p:spPr>
            <a:xfrm>
              <a:off x="9173526" y="2528887"/>
              <a:ext cx="79057" cy="384810"/>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219" name="Freihandform: Form 218">
              <a:extLst>
                <a:ext uri="{FF2B5EF4-FFF2-40B4-BE49-F238E27FC236}">
                  <a16:creationId xmlns:a16="http://schemas.microsoft.com/office/drawing/2014/main" id="{A0E61649-3F7E-4C8C-83F1-C66D8EA9E87E}"/>
                </a:ext>
              </a:extLst>
            </p:cNvPr>
            <p:cNvSpPr/>
            <p:nvPr/>
          </p:nvSpPr>
          <p:spPr>
            <a:xfrm>
              <a:off x="9297351" y="2562224"/>
              <a:ext cx="165735" cy="358139"/>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220" name="Freihandform: Form 219">
              <a:extLst>
                <a:ext uri="{FF2B5EF4-FFF2-40B4-BE49-F238E27FC236}">
                  <a16:creationId xmlns:a16="http://schemas.microsoft.com/office/drawing/2014/main" id="{3F6D80B1-68B2-42A7-A0B9-EA0DF016CA36}"/>
                </a:ext>
              </a:extLst>
            </p:cNvPr>
            <p:cNvSpPr/>
            <p:nvPr/>
          </p:nvSpPr>
          <p:spPr>
            <a:xfrm>
              <a:off x="9511664" y="2533649"/>
              <a:ext cx="225742" cy="386714"/>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221" name="Freihandform: Form 220">
              <a:extLst>
                <a:ext uri="{FF2B5EF4-FFF2-40B4-BE49-F238E27FC236}">
                  <a16:creationId xmlns:a16="http://schemas.microsoft.com/office/drawing/2014/main" id="{3E06D477-A922-4FCD-BE95-3F7F2F30D75F}"/>
                </a:ext>
              </a:extLst>
            </p:cNvPr>
            <p:cNvSpPr/>
            <p:nvPr/>
          </p:nvSpPr>
          <p:spPr>
            <a:xfrm>
              <a:off x="9785984" y="2562224"/>
              <a:ext cx="165734" cy="358139"/>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222" name="Freihandform: Form 221">
              <a:extLst>
                <a:ext uri="{FF2B5EF4-FFF2-40B4-BE49-F238E27FC236}">
                  <a16:creationId xmlns:a16="http://schemas.microsoft.com/office/drawing/2014/main" id="{971F639B-A3DD-4507-85A8-F5F4D5D32BD0}"/>
                </a:ext>
              </a:extLst>
            </p:cNvPr>
            <p:cNvSpPr/>
            <p:nvPr/>
          </p:nvSpPr>
          <p:spPr>
            <a:xfrm>
              <a:off x="2242184" y="3122294"/>
              <a:ext cx="275272" cy="368617"/>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grpFill/>
            <a:ln w="9525" cap="flat">
              <a:noFill/>
              <a:prstDash val="solid"/>
              <a:miter/>
            </a:ln>
          </p:spPr>
          <p:txBody>
            <a:bodyPr rtlCol="0" anchor="ctr"/>
            <a:lstStyle/>
            <a:p>
              <a:endParaRPr lang="de-DE"/>
            </a:p>
          </p:txBody>
        </p:sp>
        <p:sp>
          <p:nvSpPr>
            <p:cNvPr id="223" name="Freihandform: Form 222">
              <a:extLst>
                <a:ext uri="{FF2B5EF4-FFF2-40B4-BE49-F238E27FC236}">
                  <a16:creationId xmlns:a16="http://schemas.microsoft.com/office/drawing/2014/main" id="{51DEA9D9-EC08-4658-B795-B6A2BB9D56CB}"/>
                </a:ext>
              </a:extLst>
            </p:cNvPr>
            <p:cNvSpPr/>
            <p:nvPr/>
          </p:nvSpPr>
          <p:spPr>
            <a:xfrm>
              <a:off x="2519362" y="3217544"/>
              <a:ext cx="242887" cy="279082"/>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224" name="Freihandform: Form 223">
              <a:extLst>
                <a:ext uri="{FF2B5EF4-FFF2-40B4-BE49-F238E27FC236}">
                  <a16:creationId xmlns:a16="http://schemas.microsoft.com/office/drawing/2014/main" id="{2820FAB4-A19F-4AF2-8A19-DF0C1D1F498B}"/>
                </a:ext>
              </a:extLst>
            </p:cNvPr>
            <p:cNvSpPr/>
            <p:nvPr/>
          </p:nvSpPr>
          <p:spPr>
            <a:xfrm>
              <a:off x="2816541"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grpFill/>
            <a:ln w="9525" cap="flat">
              <a:noFill/>
              <a:prstDash val="solid"/>
              <a:miter/>
            </a:ln>
          </p:spPr>
          <p:txBody>
            <a:bodyPr rtlCol="0" anchor="ctr"/>
            <a:lstStyle/>
            <a:p>
              <a:endParaRPr lang="de-DE"/>
            </a:p>
          </p:txBody>
        </p:sp>
        <p:sp>
          <p:nvSpPr>
            <p:cNvPr id="225" name="Freihandform: Form 224">
              <a:extLst>
                <a:ext uri="{FF2B5EF4-FFF2-40B4-BE49-F238E27FC236}">
                  <a16:creationId xmlns:a16="http://schemas.microsoft.com/office/drawing/2014/main" id="{ADE4BCDB-A580-4A9F-A5BB-89E52A711B91}"/>
                </a:ext>
              </a:extLst>
            </p:cNvPr>
            <p:cNvSpPr/>
            <p:nvPr/>
          </p:nvSpPr>
          <p:spPr>
            <a:xfrm>
              <a:off x="3095624" y="3101339"/>
              <a:ext cx="228600" cy="389572"/>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grpFill/>
            <a:ln w="9525" cap="flat">
              <a:noFill/>
              <a:prstDash val="solid"/>
              <a:miter/>
            </a:ln>
          </p:spPr>
          <p:txBody>
            <a:bodyPr rtlCol="0" anchor="ctr"/>
            <a:lstStyle/>
            <a:p>
              <a:endParaRPr lang="de-DE"/>
            </a:p>
          </p:txBody>
        </p:sp>
        <p:sp>
          <p:nvSpPr>
            <p:cNvPr id="226" name="Freihandform: Form 225">
              <a:extLst>
                <a:ext uri="{FF2B5EF4-FFF2-40B4-BE49-F238E27FC236}">
                  <a16:creationId xmlns:a16="http://schemas.microsoft.com/office/drawing/2014/main" id="{831F12DF-1D05-40FC-9882-BC12982CFC8B}"/>
                </a:ext>
              </a:extLst>
            </p:cNvPr>
            <p:cNvSpPr/>
            <p:nvPr/>
          </p:nvSpPr>
          <p:spPr>
            <a:xfrm>
              <a:off x="3404234" y="321754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grpFill/>
            <a:ln w="9525" cap="flat">
              <a:noFill/>
              <a:prstDash val="solid"/>
              <a:miter/>
            </a:ln>
          </p:spPr>
          <p:txBody>
            <a:bodyPr rtlCol="0" anchor="ctr"/>
            <a:lstStyle/>
            <a:p>
              <a:endParaRPr lang="de-DE"/>
            </a:p>
          </p:txBody>
        </p:sp>
        <p:sp>
          <p:nvSpPr>
            <p:cNvPr id="227" name="Freihandform: Form 226">
              <a:extLst>
                <a:ext uri="{FF2B5EF4-FFF2-40B4-BE49-F238E27FC236}">
                  <a16:creationId xmlns:a16="http://schemas.microsoft.com/office/drawing/2014/main" id="{8D5E3ED4-BC93-448B-A458-7FB03C974CFC}"/>
                </a:ext>
              </a:extLst>
            </p:cNvPr>
            <p:cNvSpPr/>
            <p:nvPr/>
          </p:nvSpPr>
          <p:spPr>
            <a:xfrm>
              <a:off x="3703319" y="3105149"/>
              <a:ext cx="79057" cy="384809"/>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grpFill/>
            <a:ln w="9525" cap="flat">
              <a:noFill/>
              <a:prstDash val="solid"/>
              <a:miter/>
            </a:ln>
          </p:spPr>
          <p:txBody>
            <a:bodyPr rtlCol="0" anchor="ctr"/>
            <a:lstStyle/>
            <a:p>
              <a:endParaRPr lang="de-DE"/>
            </a:p>
          </p:txBody>
        </p:sp>
        <p:sp>
          <p:nvSpPr>
            <p:cNvPr id="228" name="Freihandform: Form 227">
              <a:extLst>
                <a:ext uri="{FF2B5EF4-FFF2-40B4-BE49-F238E27FC236}">
                  <a16:creationId xmlns:a16="http://schemas.microsoft.com/office/drawing/2014/main" id="{D87BD898-325B-46AB-B66D-5D8C41E91BAD}"/>
                </a:ext>
              </a:extLst>
            </p:cNvPr>
            <p:cNvSpPr/>
            <p:nvPr/>
          </p:nvSpPr>
          <p:spPr>
            <a:xfrm>
              <a:off x="3830954"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229" name="Freihandform: Form 228">
              <a:extLst>
                <a:ext uri="{FF2B5EF4-FFF2-40B4-BE49-F238E27FC236}">
                  <a16:creationId xmlns:a16="http://schemas.microsoft.com/office/drawing/2014/main" id="{D423DCF8-DEE3-4BFD-9B18-63507D079DB4}"/>
                </a:ext>
              </a:extLst>
            </p:cNvPr>
            <p:cNvSpPr/>
            <p:nvPr/>
          </p:nvSpPr>
          <p:spPr>
            <a:xfrm>
              <a:off x="4087177"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30" name="Freihandform: Form 229">
              <a:extLst>
                <a:ext uri="{FF2B5EF4-FFF2-40B4-BE49-F238E27FC236}">
                  <a16:creationId xmlns:a16="http://schemas.microsoft.com/office/drawing/2014/main" id="{236FD39F-A3FE-4AFA-920A-B313EC35A4CB}"/>
                </a:ext>
              </a:extLst>
            </p:cNvPr>
            <p:cNvSpPr/>
            <p:nvPr/>
          </p:nvSpPr>
          <p:spPr>
            <a:xfrm>
              <a:off x="4366259" y="3101339"/>
              <a:ext cx="228600" cy="389572"/>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grpFill/>
            <a:ln w="9525" cap="flat">
              <a:noFill/>
              <a:prstDash val="solid"/>
              <a:miter/>
            </a:ln>
          </p:spPr>
          <p:txBody>
            <a:bodyPr rtlCol="0" anchor="ctr"/>
            <a:lstStyle/>
            <a:p>
              <a:endParaRPr lang="de-DE"/>
            </a:p>
          </p:txBody>
        </p:sp>
        <p:sp>
          <p:nvSpPr>
            <p:cNvPr id="231" name="Freihandform: Form 230">
              <a:extLst>
                <a:ext uri="{FF2B5EF4-FFF2-40B4-BE49-F238E27FC236}">
                  <a16:creationId xmlns:a16="http://schemas.microsoft.com/office/drawing/2014/main" id="{3E8E8E81-D956-4435-A47C-3D9002D81511}"/>
                </a:ext>
              </a:extLst>
            </p:cNvPr>
            <p:cNvSpPr/>
            <p:nvPr/>
          </p:nvSpPr>
          <p:spPr>
            <a:xfrm>
              <a:off x="4659629"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232" name="Freihandform: Form 231">
              <a:extLst>
                <a:ext uri="{FF2B5EF4-FFF2-40B4-BE49-F238E27FC236}">
                  <a16:creationId xmlns:a16="http://schemas.microsoft.com/office/drawing/2014/main" id="{62ABAA15-CBF5-4139-A9FB-27BDA1506197}"/>
                </a:ext>
              </a:extLst>
            </p:cNvPr>
            <p:cNvSpPr/>
            <p:nvPr/>
          </p:nvSpPr>
          <p:spPr>
            <a:xfrm>
              <a:off x="5130164" y="3122294"/>
              <a:ext cx="231457" cy="368617"/>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grpFill/>
            <a:ln w="9525" cap="flat">
              <a:noFill/>
              <a:prstDash val="solid"/>
              <a:miter/>
            </a:ln>
          </p:spPr>
          <p:txBody>
            <a:bodyPr rtlCol="0" anchor="ctr"/>
            <a:lstStyle/>
            <a:p>
              <a:endParaRPr lang="de-DE"/>
            </a:p>
          </p:txBody>
        </p:sp>
        <p:sp>
          <p:nvSpPr>
            <p:cNvPr id="233" name="Freihandform: Form 232">
              <a:extLst>
                <a:ext uri="{FF2B5EF4-FFF2-40B4-BE49-F238E27FC236}">
                  <a16:creationId xmlns:a16="http://schemas.microsoft.com/office/drawing/2014/main" id="{8FC7C13A-9061-428A-A3B8-DA298F794BB8}"/>
                </a:ext>
              </a:extLst>
            </p:cNvPr>
            <p:cNvSpPr/>
            <p:nvPr/>
          </p:nvSpPr>
          <p:spPr>
            <a:xfrm>
              <a:off x="5373052" y="3217544"/>
              <a:ext cx="226694" cy="279082"/>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grpFill/>
            <a:ln w="9525" cap="flat">
              <a:noFill/>
              <a:prstDash val="solid"/>
              <a:miter/>
            </a:ln>
          </p:spPr>
          <p:txBody>
            <a:bodyPr rtlCol="0" anchor="ctr"/>
            <a:lstStyle/>
            <a:p>
              <a:endParaRPr lang="de-DE"/>
            </a:p>
          </p:txBody>
        </p:sp>
        <p:sp>
          <p:nvSpPr>
            <p:cNvPr id="234" name="Freihandform: Form 233">
              <a:extLst>
                <a:ext uri="{FF2B5EF4-FFF2-40B4-BE49-F238E27FC236}">
                  <a16:creationId xmlns:a16="http://schemas.microsoft.com/office/drawing/2014/main" id="{A052F6BF-CF02-4FB3-A972-0CD12B4C27BC}"/>
                </a:ext>
              </a:extLst>
            </p:cNvPr>
            <p:cNvSpPr/>
            <p:nvPr/>
          </p:nvSpPr>
          <p:spPr>
            <a:xfrm>
              <a:off x="5678804" y="3101339"/>
              <a:ext cx="234314" cy="389572"/>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grpFill/>
            <a:ln w="9525" cap="flat">
              <a:noFill/>
              <a:prstDash val="solid"/>
              <a:miter/>
            </a:ln>
          </p:spPr>
          <p:txBody>
            <a:bodyPr rtlCol="0" anchor="ctr"/>
            <a:lstStyle/>
            <a:p>
              <a:endParaRPr lang="de-DE"/>
            </a:p>
          </p:txBody>
        </p:sp>
        <p:sp>
          <p:nvSpPr>
            <p:cNvPr id="235" name="Freihandform: Form 234">
              <a:extLst>
                <a:ext uri="{FF2B5EF4-FFF2-40B4-BE49-F238E27FC236}">
                  <a16:creationId xmlns:a16="http://schemas.microsoft.com/office/drawing/2014/main" id="{F2B34AF1-BB4F-4D82-8FC7-9A4492B57326}"/>
                </a:ext>
              </a:extLst>
            </p:cNvPr>
            <p:cNvSpPr/>
            <p:nvPr/>
          </p:nvSpPr>
          <p:spPr>
            <a:xfrm>
              <a:off x="5958839" y="3224212"/>
              <a:ext cx="229552" cy="27336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grpFill/>
            <a:ln w="9525" cap="flat">
              <a:noFill/>
              <a:prstDash val="solid"/>
              <a:miter/>
            </a:ln>
          </p:spPr>
          <p:txBody>
            <a:bodyPr rtlCol="0" anchor="ctr"/>
            <a:lstStyle/>
            <a:p>
              <a:endParaRPr lang="de-DE"/>
            </a:p>
          </p:txBody>
        </p:sp>
        <p:sp>
          <p:nvSpPr>
            <p:cNvPr id="236" name="Freihandform: Form 235">
              <a:extLst>
                <a:ext uri="{FF2B5EF4-FFF2-40B4-BE49-F238E27FC236}">
                  <a16:creationId xmlns:a16="http://schemas.microsoft.com/office/drawing/2014/main" id="{8B3E9D2B-56A3-4B92-8907-5F9361C8A423}"/>
                </a:ext>
              </a:extLst>
            </p:cNvPr>
            <p:cNvSpPr/>
            <p:nvPr/>
          </p:nvSpPr>
          <p:spPr>
            <a:xfrm>
              <a:off x="6268402" y="3100387"/>
              <a:ext cx="61912" cy="389572"/>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grpFill/>
            <a:ln w="9525" cap="flat">
              <a:noFill/>
              <a:prstDash val="solid"/>
              <a:miter/>
            </a:ln>
          </p:spPr>
          <p:txBody>
            <a:bodyPr rtlCol="0" anchor="ctr"/>
            <a:lstStyle/>
            <a:p>
              <a:endParaRPr lang="de-DE"/>
            </a:p>
          </p:txBody>
        </p:sp>
        <p:sp>
          <p:nvSpPr>
            <p:cNvPr id="237" name="Freihandform: Form 236">
              <a:extLst>
                <a:ext uri="{FF2B5EF4-FFF2-40B4-BE49-F238E27FC236}">
                  <a16:creationId xmlns:a16="http://schemas.microsoft.com/office/drawing/2014/main" id="{BE8E08BA-D78B-479C-9C71-006F6DF68A66}"/>
                </a:ext>
              </a:extLst>
            </p:cNvPr>
            <p:cNvSpPr/>
            <p:nvPr/>
          </p:nvSpPr>
          <p:spPr>
            <a:xfrm>
              <a:off x="6385559"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grpFill/>
            <a:ln w="9525" cap="flat">
              <a:noFill/>
              <a:prstDash val="solid"/>
              <a:miter/>
            </a:ln>
          </p:spPr>
          <p:txBody>
            <a:bodyPr rtlCol="0" anchor="ctr"/>
            <a:lstStyle/>
            <a:p>
              <a:endParaRPr lang="de-DE"/>
            </a:p>
          </p:txBody>
        </p:sp>
        <p:sp>
          <p:nvSpPr>
            <p:cNvPr id="238" name="Freihandform: Form 237">
              <a:extLst>
                <a:ext uri="{FF2B5EF4-FFF2-40B4-BE49-F238E27FC236}">
                  <a16:creationId xmlns:a16="http://schemas.microsoft.com/office/drawing/2014/main" id="{067DCB55-6246-4273-84EB-9D951ADA6486}"/>
                </a:ext>
              </a:extLst>
            </p:cNvPr>
            <p:cNvSpPr/>
            <p:nvPr/>
          </p:nvSpPr>
          <p:spPr>
            <a:xfrm>
              <a:off x="6599871" y="3109912"/>
              <a:ext cx="225742" cy="386715"/>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grpFill/>
            <a:ln w="9525" cap="flat">
              <a:noFill/>
              <a:prstDash val="solid"/>
              <a:miter/>
            </a:ln>
          </p:spPr>
          <p:txBody>
            <a:bodyPr rtlCol="0" anchor="ctr"/>
            <a:lstStyle/>
            <a:p>
              <a:endParaRPr lang="de-DE"/>
            </a:p>
          </p:txBody>
        </p:sp>
        <p:sp>
          <p:nvSpPr>
            <p:cNvPr id="239" name="Freihandform: Form 238">
              <a:extLst>
                <a:ext uri="{FF2B5EF4-FFF2-40B4-BE49-F238E27FC236}">
                  <a16:creationId xmlns:a16="http://schemas.microsoft.com/office/drawing/2014/main" id="{AB3C512A-6ED7-4FA0-AF79-0D13D45AB668}"/>
                </a:ext>
              </a:extLst>
            </p:cNvPr>
            <p:cNvSpPr/>
            <p:nvPr/>
          </p:nvSpPr>
          <p:spPr>
            <a:xfrm>
              <a:off x="6874192"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grpFill/>
            <a:ln w="9525" cap="flat">
              <a:noFill/>
              <a:prstDash val="solid"/>
              <a:miter/>
            </a:ln>
          </p:spPr>
          <p:txBody>
            <a:bodyPr rtlCol="0" anchor="ctr"/>
            <a:lstStyle/>
            <a:p>
              <a:endParaRPr lang="de-DE"/>
            </a:p>
          </p:txBody>
        </p:sp>
      </p:grpSp>
      <p:pic>
        <p:nvPicPr>
          <p:cNvPr id="4" name="Grafik 3">
            <a:extLst>
              <a:ext uri="{FF2B5EF4-FFF2-40B4-BE49-F238E27FC236}">
                <a16:creationId xmlns:a16="http://schemas.microsoft.com/office/drawing/2014/main" id="{BB7FB2D2-ECCE-4FD8-BA66-34C8660426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1200" y="302400"/>
            <a:ext cx="1404630" cy="536400"/>
          </a:xfrm>
          <a:prstGeom prst="rect">
            <a:avLst/>
          </a:prstGeom>
        </p:spPr>
      </p:pic>
    </p:spTree>
    <p:extLst>
      <p:ext uri="{BB962C8B-B14F-4D97-AF65-F5344CB8AC3E}">
        <p14:creationId xmlns:p14="http://schemas.microsoft.com/office/powerpoint/2010/main" val="171098528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8F9FD239-896A-47BB-A7EB-2B80C8420A35}"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711045" y="2354712"/>
            <a:ext cx="3779992" cy="218586"/>
          </a:xfrm>
        </p:spPr>
        <p:txBody>
          <a:bodyPr wrap="square">
            <a:noAutofit/>
          </a:bodyPr>
          <a:lstStyle>
            <a:lvl1pPr>
              <a:defRPr sz="1400"/>
            </a:lvl1pPr>
          </a:lstStyle>
          <a:p>
            <a:pPr lvl="0"/>
            <a:r>
              <a:rPr lang="de-DE" dirty="0"/>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388739" y="2354712"/>
            <a:ext cx="248466" cy="218586"/>
          </a:xfrm>
        </p:spPr>
        <p:txBody>
          <a:bodyPr wrap="none" rIns="0">
            <a:noAutofit/>
          </a:bodyPr>
          <a:lstStyle>
            <a:lvl1pPr>
              <a:defRPr sz="1400" b="1">
                <a:solidFill>
                  <a:srgbClr val="8C9FB1"/>
                </a:solidFill>
              </a:defRPr>
            </a:lvl1pPr>
          </a:lstStyle>
          <a:p>
            <a:pPr lvl="0"/>
            <a:r>
              <a:rPr lang="de-DE" dirty="0"/>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711045" y="4525377"/>
            <a:ext cx="3779992" cy="218586"/>
          </a:xfrm>
        </p:spPr>
        <p:txBody>
          <a:bodyPr wrap="square">
            <a:noAutofit/>
          </a:bodyPr>
          <a:lstStyle>
            <a:lvl1pPr>
              <a:defRPr sz="1400"/>
            </a:lvl1pPr>
          </a:lstStyle>
          <a:p>
            <a:pPr lvl="0"/>
            <a:r>
              <a:rPr lang="de-DE" dirty="0"/>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388739" y="4525377"/>
            <a:ext cx="248466" cy="218586"/>
          </a:xfrm>
        </p:spPr>
        <p:txBody>
          <a:bodyPr wrap="none" rIns="0">
            <a:noAutofit/>
          </a:bodyPr>
          <a:lstStyle>
            <a:lvl1pPr>
              <a:defRPr sz="1400" b="1">
                <a:solidFill>
                  <a:srgbClr val="8C9FB1"/>
                </a:solidFill>
              </a:defRPr>
            </a:lvl1pPr>
          </a:lstStyle>
          <a:p>
            <a:pPr lvl="0"/>
            <a:r>
              <a:rPr lang="de-DE" dirty="0"/>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711045" y="3078267"/>
            <a:ext cx="3779992" cy="218586"/>
          </a:xfrm>
        </p:spPr>
        <p:txBody>
          <a:bodyPr wrap="square">
            <a:noAutofit/>
          </a:bodyPr>
          <a:lstStyle>
            <a:lvl1pPr>
              <a:defRPr sz="1400"/>
            </a:lvl1pPr>
          </a:lstStyle>
          <a:p>
            <a:pPr lvl="0"/>
            <a:r>
              <a:rPr lang="de-DE" dirty="0"/>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388739" y="3078267"/>
            <a:ext cx="248466" cy="218586"/>
          </a:xfrm>
        </p:spPr>
        <p:txBody>
          <a:bodyPr wrap="none" rIns="0">
            <a:noAutofit/>
          </a:bodyPr>
          <a:lstStyle>
            <a:lvl1pPr>
              <a:defRPr sz="1400" b="1">
                <a:solidFill>
                  <a:srgbClr val="8C9FB1"/>
                </a:solidFill>
              </a:defRPr>
            </a:lvl1pPr>
          </a:lstStyle>
          <a:p>
            <a:pPr lvl="0"/>
            <a:r>
              <a:rPr lang="de-DE" dirty="0"/>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711045" y="3801822"/>
            <a:ext cx="3779992" cy="218586"/>
          </a:xfrm>
        </p:spPr>
        <p:txBody>
          <a:bodyPr wrap="square">
            <a:noAutofit/>
          </a:bodyPr>
          <a:lstStyle>
            <a:lvl1pPr>
              <a:defRPr sz="1400"/>
            </a:lvl1pPr>
          </a:lstStyle>
          <a:p>
            <a:pPr lvl="0"/>
            <a:r>
              <a:rPr lang="de-DE" dirty="0"/>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388739" y="3801822"/>
            <a:ext cx="248466" cy="218586"/>
          </a:xfrm>
        </p:spPr>
        <p:txBody>
          <a:bodyPr wrap="none" rIns="0">
            <a:noAutofit/>
          </a:bodyPr>
          <a:lstStyle>
            <a:lvl1pPr>
              <a:defRPr sz="1400" b="1">
                <a:solidFill>
                  <a:srgbClr val="8C9FB1"/>
                </a:solidFill>
              </a:defRPr>
            </a:lvl1pPr>
          </a:lstStyle>
          <a:p>
            <a:pPr lvl="0"/>
            <a:r>
              <a:rPr lang="de-DE" dirty="0"/>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711045" y="5248931"/>
            <a:ext cx="3779992" cy="218586"/>
          </a:xfrm>
        </p:spPr>
        <p:txBody>
          <a:bodyPr wrap="square">
            <a:noAutofit/>
          </a:bodyPr>
          <a:lstStyle>
            <a:lvl1pPr>
              <a:defRPr sz="1400"/>
            </a:lvl1pPr>
          </a:lstStyle>
          <a:p>
            <a:pPr lvl="0"/>
            <a:r>
              <a:rPr lang="de-DE" dirty="0"/>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388739" y="5248931"/>
            <a:ext cx="248466" cy="218586"/>
          </a:xfrm>
        </p:spPr>
        <p:txBody>
          <a:bodyPr wrap="none" rIns="0">
            <a:noAutofit/>
          </a:bodyPr>
          <a:lstStyle>
            <a:lvl1pPr>
              <a:defRPr sz="1400" b="1">
                <a:solidFill>
                  <a:srgbClr val="8C9FB1"/>
                </a:solidFill>
              </a:defRPr>
            </a:lvl1pPr>
          </a:lstStyle>
          <a:p>
            <a:pPr lvl="0"/>
            <a:r>
              <a:rPr lang="de-DE" dirty="0"/>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4977143" y="1632185"/>
            <a:ext cx="3779905" cy="218586"/>
          </a:xfrm>
        </p:spPr>
        <p:txBody>
          <a:bodyPr wrap="square">
            <a:noAutofit/>
          </a:bodyPr>
          <a:lstStyle>
            <a:lvl1pPr>
              <a:defRPr sz="1400"/>
            </a:lvl1pPr>
          </a:lstStyle>
          <a:p>
            <a:pPr lvl="0"/>
            <a:r>
              <a:rPr lang="de-DE"/>
              <a:t>Agendapunkt / Kapitelthema</a:t>
            </a:r>
            <a:endParaRPr lang="de-DE" dirty="0"/>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4654749" y="1632185"/>
            <a:ext cx="248466" cy="218586"/>
          </a:xfrm>
        </p:spPr>
        <p:txBody>
          <a:bodyPr wrap="none" rIns="0">
            <a:noAutofit/>
          </a:bodyPr>
          <a:lstStyle>
            <a:lvl1pPr>
              <a:defRPr sz="1400" b="1">
                <a:solidFill>
                  <a:srgbClr val="8C9FB1"/>
                </a:solidFill>
              </a:defRPr>
            </a:lvl1pPr>
          </a:lstStyle>
          <a:p>
            <a:pPr lvl="0"/>
            <a:r>
              <a:rPr lang="de-DE" dirty="0"/>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4977143" y="2355534"/>
            <a:ext cx="3779905" cy="218586"/>
          </a:xfrm>
        </p:spPr>
        <p:txBody>
          <a:bodyPr wrap="square">
            <a:noAutofit/>
          </a:bodyPr>
          <a:lstStyle>
            <a:lvl1pPr>
              <a:defRPr sz="1400"/>
            </a:lvl1pPr>
          </a:lstStyle>
          <a:p>
            <a:pPr lvl="0"/>
            <a:r>
              <a:rPr lang="de-DE"/>
              <a:t>Agendapunkt / Kapitelthema</a:t>
            </a:r>
            <a:endParaRPr lang="de-DE" dirty="0"/>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4654749" y="2355534"/>
            <a:ext cx="248466" cy="218586"/>
          </a:xfrm>
        </p:spPr>
        <p:txBody>
          <a:bodyPr wrap="none" rIns="0">
            <a:noAutofit/>
          </a:bodyPr>
          <a:lstStyle>
            <a:lvl1pPr>
              <a:defRPr sz="1400" b="1">
                <a:solidFill>
                  <a:srgbClr val="8C9FB1"/>
                </a:solidFill>
              </a:defRPr>
            </a:lvl1pPr>
          </a:lstStyle>
          <a:p>
            <a:pPr lvl="0"/>
            <a:r>
              <a:rPr lang="de-DE" dirty="0"/>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4977143" y="4525581"/>
            <a:ext cx="3779905" cy="218586"/>
          </a:xfrm>
        </p:spPr>
        <p:txBody>
          <a:bodyPr wrap="square">
            <a:noAutofit/>
          </a:bodyPr>
          <a:lstStyle>
            <a:lvl1pPr>
              <a:defRPr sz="1400"/>
            </a:lvl1pPr>
          </a:lstStyle>
          <a:p>
            <a:pPr lvl="0"/>
            <a:r>
              <a:rPr lang="de-DE"/>
              <a:t>Agendapunkt / Kapitelthema</a:t>
            </a:r>
            <a:endParaRPr lang="de-DE" dirty="0"/>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4654749" y="4525581"/>
            <a:ext cx="238591" cy="218586"/>
          </a:xfrm>
        </p:spPr>
        <p:txBody>
          <a:bodyPr wrap="none" rIns="0">
            <a:noAutofit/>
          </a:bodyPr>
          <a:lstStyle>
            <a:lvl1pPr>
              <a:defRPr sz="1400" b="1">
                <a:solidFill>
                  <a:srgbClr val="8C9FB1"/>
                </a:solidFill>
              </a:defRPr>
            </a:lvl1pPr>
          </a:lstStyle>
          <a:p>
            <a:pPr lvl="0"/>
            <a:r>
              <a:rPr lang="de-DE" dirty="0"/>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4977143" y="3078883"/>
            <a:ext cx="3779905" cy="218586"/>
          </a:xfrm>
        </p:spPr>
        <p:txBody>
          <a:bodyPr wrap="square">
            <a:noAutofit/>
          </a:bodyPr>
          <a:lstStyle>
            <a:lvl1pPr>
              <a:defRPr sz="1400"/>
            </a:lvl1pPr>
          </a:lstStyle>
          <a:p>
            <a:pPr lvl="0"/>
            <a:r>
              <a:rPr lang="de-DE"/>
              <a:t>Agendapunkt / Kapitelthema</a:t>
            </a:r>
            <a:endParaRPr lang="de-DE" dirty="0"/>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4654749" y="3078883"/>
            <a:ext cx="248466" cy="218586"/>
          </a:xfrm>
        </p:spPr>
        <p:txBody>
          <a:bodyPr wrap="none" rIns="0">
            <a:noAutofit/>
          </a:bodyPr>
          <a:lstStyle>
            <a:lvl1pPr>
              <a:defRPr sz="1400" b="1">
                <a:solidFill>
                  <a:srgbClr val="8C9FB1"/>
                </a:solidFill>
              </a:defRPr>
            </a:lvl1pPr>
          </a:lstStyle>
          <a:p>
            <a:pPr lvl="0"/>
            <a:r>
              <a:rPr lang="de-DE" dirty="0"/>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4977143" y="3802232"/>
            <a:ext cx="3779905" cy="218586"/>
          </a:xfrm>
        </p:spPr>
        <p:txBody>
          <a:bodyPr wrap="square">
            <a:noAutofit/>
          </a:bodyPr>
          <a:lstStyle>
            <a:lvl1pPr>
              <a:defRPr sz="1400"/>
            </a:lvl1pPr>
          </a:lstStyle>
          <a:p>
            <a:pPr lvl="0"/>
            <a:r>
              <a:rPr lang="de-DE"/>
              <a:t>Agendapunkt / Kapitelthema</a:t>
            </a:r>
            <a:endParaRPr lang="de-DE" dirty="0"/>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4654749" y="3802232"/>
            <a:ext cx="248466" cy="218586"/>
          </a:xfrm>
        </p:spPr>
        <p:txBody>
          <a:bodyPr wrap="none" rIns="0">
            <a:noAutofit/>
          </a:bodyPr>
          <a:lstStyle>
            <a:lvl1pPr>
              <a:defRPr sz="1400" b="1">
                <a:solidFill>
                  <a:srgbClr val="8C9FB1"/>
                </a:solidFill>
              </a:defRPr>
            </a:lvl1pPr>
          </a:lstStyle>
          <a:p>
            <a:pPr lvl="0"/>
            <a:r>
              <a:rPr lang="de-DE" dirty="0"/>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4977143" y="5248931"/>
            <a:ext cx="3779905" cy="218586"/>
          </a:xfrm>
        </p:spPr>
        <p:txBody>
          <a:bodyPr wrap="square">
            <a:noAutofit/>
          </a:bodyPr>
          <a:lstStyle>
            <a:lvl1pPr>
              <a:defRPr sz="1400"/>
            </a:lvl1pPr>
          </a:lstStyle>
          <a:p>
            <a:pPr lvl="0"/>
            <a:r>
              <a:rPr lang="de-DE"/>
              <a:t>Agendapunkt / Kapitelthema</a:t>
            </a:r>
            <a:endParaRPr lang="de-DE" dirty="0"/>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4654749" y="5248931"/>
            <a:ext cx="248466" cy="218586"/>
          </a:xfrm>
        </p:spPr>
        <p:txBody>
          <a:bodyPr wrap="none" rIns="0">
            <a:noAutofit/>
          </a:bodyPr>
          <a:lstStyle>
            <a:lvl1pPr>
              <a:defRPr sz="1400" b="1">
                <a:solidFill>
                  <a:srgbClr val="8C9FB1"/>
                </a:solidFill>
              </a:defRPr>
            </a:lvl1pPr>
          </a:lstStyle>
          <a:p>
            <a:pPr lvl="0"/>
            <a:r>
              <a:rPr lang="de-DE" dirty="0"/>
              <a:t>12 </a:t>
            </a:r>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711045" y="1631156"/>
            <a:ext cx="3779992" cy="218586"/>
          </a:xfrm>
        </p:spPr>
        <p:txBody>
          <a:bodyPr wrap="square">
            <a:noAutofit/>
          </a:bodyPr>
          <a:lstStyle>
            <a:lvl1pPr>
              <a:defRPr sz="1400"/>
            </a:lvl1pPr>
          </a:lstStyle>
          <a:p>
            <a:pPr lvl="0"/>
            <a:r>
              <a:rPr lang="de-DE" dirty="0"/>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388739" y="1631156"/>
            <a:ext cx="248466" cy="218586"/>
          </a:xfrm>
        </p:spPr>
        <p:txBody>
          <a:bodyPr wrap="none" rIns="0">
            <a:noAutofit/>
          </a:bodyPr>
          <a:lstStyle>
            <a:lvl1pPr>
              <a:defRPr sz="1400" b="1">
                <a:solidFill>
                  <a:srgbClr val="8C9FB1"/>
                </a:solidFill>
              </a:defRPr>
            </a:lvl1pPr>
          </a:lstStyle>
          <a:p>
            <a:pPr lvl="0"/>
            <a:r>
              <a:rPr lang="de-DE" dirty="0"/>
              <a:t>01 </a:t>
            </a:r>
          </a:p>
        </p:txBody>
      </p:sp>
      <p:sp>
        <p:nvSpPr>
          <p:cNvPr id="7" name="Bildplatzhalter 6">
            <a:extLst>
              <a:ext uri="{FF2B5EF4-FFF2-40B4-BE49-F238E27FC236}">
                <a16:creationId xmlns:a16="http://schemas.microsoft.com/office/drawing/2014/main" id="{86D31599-AF4C-4469-80F6-AA369A20BF0B}"/>
              </a:ext>
            </a:extLst>
          </p:cNvPr>
          <p:cNvSpPr>
            <a:spLocks noGrp="1"/>
          </p:cNvSpPr>
          <p:nvPr>
            <p:ph type="pic" sz="quarter" idx="38" hasCustomPrompt="1"/>
          </p:nvPr>
        </p:nvSpPr>
        <p:spPr>
          <a:xfrm>
            <a:off x="632932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2" name="Titel 1">
            <a:extLst>
              <a:ext uri="{FF2B5EF4-FFF2-40B4-BE49-F238E27FC236}">
                <a16:creationId xmlns:a16="http://schemas.microsoft.com/office/drawing/2014/main" id="{9A936904-323F-4EC7-8C1A-363CEE0C6095}"/>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Tree>
    <p:extLst>
      <p:ext uri="{BB962C8B-B14F-4D97-AF65-F5344CB8AC3E}">
        <p14:creationId xmlns:p14="http://schemas.microsoft.com/office/powerpoint/2010/main" val="1350198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DF0F4FD-2A14-4918-B946-812A3B6D5383}"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4654747" y="1631156"/>
            <a:ext cx="4102299"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4654747" y="5690271"/>
            <a:ext cx="4102299" cy="511084"/>
          </a:xfrm>
        </p:spPr>
        <p:txBody>
          <a:bodyPr wrap="square">
            <a:noAutofit/>
          </a:bodyPr>
          <a:lstStyle>
            <a:lvl1pPr>
              <a:lnSpc>
                <a:spcPct val="110000"/>
              </a:lnSpc>
              <a:spcAft>
                <a:spcPts val="0"/>
              </a:spcAft>
              <a:defRPr sz="1200"/>
            </a:lvl1pPr>
          </a:lstStyle>
          <a:p>
            <a:pPr lvl="0"/>
            <a:r>
              <a:rPr lang="de-DE" dirty="0"/>
              <a:t>Mastertextformat bearbeiten</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711045" y="2354712"/>
            <a:ext cx="3779992" cy="218586"/>
          </a:xfrm>
        </p:spPr>
        <p:txBody>
          <a:bodyPr wrap="square">
            <a:noAutofit/>
          </a:bodyPr>
          <a:lstStyle>
            <a:lvl1pPr>
              <a:defRPr sz="1400"/>
            </a:lvl1pPr>
          </a:lstStyle>
          <a:p>
            <a:pPr lvl="0"/>
            <a:r>
              <a:rPr lang="de-DE" dirty="0"/>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388739" y="2354712"/>
            <a:ext cx="248466" cy="218586"/>
          </a:xfrm>
        </p:spPr>
        <p:txBody>
          <a:bodyPr wrap="none" rIns="0">
            <a:noAutofit/>
          </a:bodyPr>
          <a:lstStyle>
            <a:lvl1pPr>
              <a:defRPr sz="1400" b="1">
                <a:solidFill>
                  <a:srgbClr val="8C9FB1"/>
                </a:solidFill>
              </a:defRPr>
            </a:lvl1pPr>
          </a:lstStyle>
          <a:p>
            <a:pPr lvl="0"/>
            <a:r>
              <a:rPr lang="de-DE" dirty="0"/>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711045" y="4525377"/>
            <a:ext cx="3779992" cy="218586"/>
          </a:xfrm>
        </p:spPr>
        <p:txBody>
          <a:bodyPr wrap="square">
            <a:noAutofit/>
          </a:bodyPr>
          <a:lstStyle>
            <a:lvl1pPr>
              <a:defRPr sz="1400"/>
            </a:lvl1pPr>
          </a:lstStyle>
          <a:p>
            <a:pPr lvl="0"/>
            <a:r>
              <a:rPr lang="de-DE" dirty="0"/>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388739" y="4525377"/>
            <a:ext cx="248466" cy="218586"/>
          </a:xfrm>
        </p:spPr>
        <p:txBody>
          <a:bodyPr wrap="none" rIns="0">
            <a:noAutofit/>
          </a:bodyPr>
          <a:lstStyle>
            <a:lvl1pPr>
              <a:defRPr sz="1400" b="1">
                <a:solidFill>
                  <a:srgbClr val="8C9FB1"/>
                </a:solidFill>
              </a:defRPr>
            </a:lvl1pPr>
          </a:lstStyle>
          <a:p>
            <a:pPr lvl="0"/>
            <a:r>
              <a:rPr lang="de-DE" dirty="0"/>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711045" y="3078267"/>
            <a:ext cx="3779992" cy="218586"/>
          </a:xfrm>
        </p:spPr>
        <p:txBody>
          <a:bodyPr wrap="square">
            <a:noAutofit/>
          </a:bodyPr>
          <a:lstStyle>
            <a:lvl1pPr>
              <a:defRPr sz="1400"/>
            </a:lvl1pPr>
          </a:lstStyle>
          <a:p>
            <a:pPr lvl="0"/>
            <a:r>
              <a:rPr lang="de-DE" dirty="0"/>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388739" y="3078267"/>
            <a:ext cx="248466" cy="218586"/>
          </a:xfrm>
        </p:spPr>
        <p:txBody>
          <a:bodyPr wrap="none" rIns="0">
            <a:noAutofit/>
          </a:bodyPr>
          <a:lstStyle>
            <a:lvl1pPr>
              <a:defRPr sz="1400" b="1">
                <a:solidFill>
                  <a:srgbClr val="8C9FB1"/>
                </a:solidFill>
              </a:defRPr>
            </a:lvl1pPr>
          </a:lstStyle>
          <a:p>
            <a:pPr lvl="0"/>
            <a:r>
              <a:rPr lang="de-DE" dirty="0"/>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711045" y="3801822"/>
            <a:ext cx="3779992" cy="218586"/>
          </a:xfrm>
        </p:spPr>
        <p:txBody>
          <a:bodyPr wrap="square">
            <a:noAutofit/>
          </a:bodyPr>
          <a:lstStyle>
            <a:lvl1pPr>
              <a:defRPr sz="1400"/>
            </a:lvl1pPr>
          </a:lstStyle>
          <a:p>
            <a:pPr lvl="0"/>
            <a:r>
              <a:rPr lang="de-DE" dirty="0"/>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388739" y="3801822"/>
            <a:ext cx="248466" cy="218586"/>
          </a:xfrm>
        </p:spPr>
        <p:txBody>
          <a:bodyPr wrap="none" rIns="0">
            <a:noAutofit/>
          </a:bodyPr>
          <a:lstStyle>
            <a:lvl1pPr>
              <a:defRPr sz="1400" b="1">
                <a:solidFill>
                  <a:srgbClr val="8C9FB1"/>
                </a:solidFill>
              </a:defRPr>
            </a:lvl1pPr>
          </a:lstStyle>
          <a:p>
            <a:pPr lvl="0"/>
            <a:r>
              <a:rPr lang="de-DE" dirty="0"/>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711045" y="5248931"/>
            <a:ext cx="3779992" cy="218586"/>
          </a:xfrm>
        </p:spPr>
        <p:txBody>
          <a:bodyPr wrap="square">
            <a:noAutofit/>
          </a:bodyPr>
          <a:lstStyle>
            <a:lvl1pPr>
              <a:defRPr sz="1400"/>
            </a:lvl1pPr>
          </a:lstStyle>
          <a:p>
            <a:pPr lvl="0"/>
            <a:r>
              <a:rPr lang="de-DE" dirty="0"/>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388739" y="5248931"/>
            <a:ext cx="248466" cy="218586"/>
          </a:xfrm>
        </p:spPr>
        <p:txBody>
          <a:bodyPr wrap="none" rIns="0">
            <a:noAutofit/>
          </a:bodyPr>
          <a:lstStyle>
            <a:lvl1pPr>
              <a:defRPr sz="1400" b="1">
                <a:solidFill>
                  <a:srgbClr val="8C9FB1"/>
                </a:solidFill>
              </a:defRPr>
            </a:lvl1pPr>
          </a:lstStyle>
          <a:p>
            <a:pPr lvl="0"/>
            <a:r>
              <a:rPr lang="de-DE" dirty="0"/>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711045" y="1631156"/>
            <a:ext cx="3779992" cy="218586"/>
          </a:xfrm>
        </p:spPr>
        <p:txBody>
          <a:bodyPr wrap="square">
            <a:noAutofit/>
          </a:bodyPr>
          <a:lstStyle>
            <a:lvl1pPr>
              <a:defRPr sz="1400"/>
            </a:lvl1pPr>
          </a:lstStyle>
          <a:p>
            <a:pPr lvl="0"/>
            <a:r>
              <a:rPr lang="de-DE" dirty="0"/>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388739" y="1631156"/>
            <a:ext cx="248466" cy="218586"/>
          </a:xfrm>
        </p:spPr>
        <p:txBody>
          <a:bodyPr wrap="none" rIns="0">
            <a:noAutofit/>
          </a:bodyPr>
          <a:lstStyle>
            <a:lvl1pPr>
              <a:defRPr sz="1400" b="1">
                <a:solidFill>
                  <a:srgbClr val="8C9FB1"/>
                </a:solidFill>
              </a:defRPr>
            </a:lvl1pPr>
          </a:lstStyle>
          <a:p>
            <a:pPr lvl="0"/>
            <a:r>
              <a:rPr lang="de-DE" dirty="0"/>
              <a:t>01 </a:t>
            </a:r>
          </a:p>
        </p:txBody>
      </p:sp>
      <p:sp>
        <p:nvSpPr>
          <p:cNvPr id="21" name="Bildplatzhalter 6">
            <a:extLst>
              <a:ext uri="{FF2B5EF4-FFF2-40B4-BE49-F238E27FC236}">
                <a16:creationId xmlns:a16="http://schemas.microsoft.com/office/drawing/2014/main" id="{8F4DFED6-EBAA-4D0C-A5C6-CD2902883FB9}"/>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37" name="Textplatzhalter 9">
            <a:extLst>
              <a:ext uri="{FF2B5EF4-FFF2-40B4-BE49-F238E27FC236}">
                <a16:creationId xmlns:a16="http://schemas.microsoft.com/office/drawing/2014/main" id="{B89B0AD3-19A1-438C-8708-9EC23166DE7A}"/>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
        <p:nvSpPr>
          <p:cNvPr id="6" name="Titel 5">
            <a:extLst>
              <a:ext uri="{FF2B5EF4-FFF2-40B4-BE49-F238E27FC236}">
                <a16:creationId xmlns:a16="http://schemas.microsoft.com/office/drawing/2014/main" id="{22DDBB3A-39F6-4F5C-9F0B-C03A4F0903B3}"/>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Tree>
    <p:extLst>
      <p:ext uri="{BB962C8B-B14F-4D97-AF65-F5344CB8AC3E}">
        <p14:creationId xmlns:p14="http://schemas.microsoft.com/office/powerpoint/2010/main" val="3377377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388739" y="3013502"/>
            <a:ext cx="8368307" cy="830997"/>
          </a:xfrm>
        </p:spPr>
        <p:txBody>
          <a:bodyPr anchor="ctr" anchorCtr="0"/>
          <a:lstStyle>
            <a:lvl1pPr>
              <a:defRPr sz="3000">
                <a:solidFill>
                  <a:schemeClr val="tx1"/>
                </a:solidFill>
              </a:defRPr>
            </a:lvl1pPr>
          </a:lstStyle>
          <a:p>
            <a:r>
              <a:rPr lang="de-DE" dirty="0"/>
              <a:t>Kapiteltrenner</a:t>
            </a:r>
            <a:br>
              <a:rPr lang="de-DE" dirty="0"/>
            </a:br>
            <a:r>
              <a:rPr lang="de-DE" dirty="0"/>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9A354EFC-6BE5-4F11-B92A-C9195A29D17A}"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‹Nr.›</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387900" y="6538526"/>
            <a:ext cx="8756100" cy="10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59" name="Rechteck 58">
            <a:extLst>
              <a:ext uri="{FF2B5EF4-FFF2-40B4-BE49-F238E27FC236}">
                <a16:creationId xmlns:a16="http://schemas.microsoft.com/office/drawing/2014/main" id="{F7987594-F169-42FB-8839-77BF8D405E37}"/>
              </a:ext>
            </a:extLst>
          </p:cNvPr>
          <p:cNvSpPr/>
          <p:nvPr userDrawn="1"/>
        </p:nvSpPr>
        <p:spPr>
          <a:xfrm>
            <a:off x="388800" y="1196733"/>
            <a:ext cx="8757047"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292893" y="160153"/>
            <a:ext cx="250031"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292893" y="1131703"/>
            <a:ext cx="250031"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292893" y="1491963"/>
            <a:ext cx="250031"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292893" y="3292188"/>
            <a:ext cx="250031"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292893" y="6063963"/>
            <a:ext cx="250031"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292893" y="6495763"/>
            <a:ext cx="250031"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169567" y="-282035"/>
            <a:ext cx="333375" cy="102606"/>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4273057" y="-282036"/>
            <a:ext cx="333375" cy="102603"/>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4652949" y="-397424"/>
            <a:ext cx="93680" cy="333375"/>
            <a:chOff x="6416679" y="-397424"/>
            <a:chExt cx="124907"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8543829" y="-282039"/>
            <a:ext cx="333375" cy="1026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2" name="Grafik 3">
            <a:extLst>
              <a:ext uri="{FF2B5EF4-FFF2-40B4-BE49-F238E27FC236}">
                <a16:creationId xmlns:a16="http://schemas.microsoft.com/office/drawing/2014/main" id="{42A11C29-4219-0D4B-BEED-BBCF423DEC50}"/>
              </a:ext>
            </a:extLst>
          </p:cNvPr>
          <p:cNvGrpSpPr/>
          <p:nvPr userDrawn="1"/>
        </p:nvGrpSpPr>
        <p:grpSpPr>
          <a:xfrm>
            <a:off x="380207" y="293688"/>
            <a:ext cx="2594512" cy="327278"/>
            <a:chOff x="2242184" y="2525076"/>
            <a:chExt cx="7709534" cy="972502"/>
          </a:xfrm>
          <a:solidFill>
            <a:schemeClr val="tx1"/>
          </a:solidFill>
        </p:grpSpPr>
        <p:sp>
          <p:nvSpPr>
            <p:cNvPr id="93" name="Freihandform: Form 190">
              <a:extLst>
                <a:ext uri="{FF2B5EF4-FFF2-40B4-BE49-F238E27FC236}">
                  <a16:creationId xmlns:a16="http://schemas.microsoft.com/office/drawing/2014/main" id="{923125BD-405C-5040-BA72-E134C8DA93C4}"/>
                </a:ext>
              </a:extLst>
            </p:cNvPr>
            <p:cNvSpPr/>
            <p:nvPr/>
          </p:nvSpPr>
          <p:spPr>
            <a:xfrm>
              <a:off x="2269806" y="2545079"/>
              <a:ext cx="232409" cy="369569"/>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4" name="Freihandform: Form 191">
              <a:extLst>
                <a:ext uri="{FF2B5EF4-FFF2-40B4-BE49-F238E27FC236}">
                  <a16:creationId xmlns:a16="http://schemas.microsoft.com/office/drawing/2014/main" id="{E62DDEF6-36E4-F44B-BA60-9E391BE20F8C}"/>
                </a:ext>
              </a:extLst>
            </p:cNvPr>
            <p:cNvSpPr/>
            <p:nvPr/>
          </p:nvSpPr>
          <p:spPr>
            <a:xfrm>
              <a:off x="2538412"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5" name="Freihandform: Form 192">
              <a:extLst>
                <a:ext uri="{FF2B5EF4-FFF2-40B4-BE49-F238E27FC236}">
                  <a16:creationId xmlns:a16="http://schemas.microsoft.com/office/drawing/2014/main" id="{63A049DD-17D6-A141-8B7C-E28CE1EB9F85}"/>
                </a:ext>
              </a:extLst>
            </p:cNvPr>
            <p:cNvSpPr/>
            <p:nvPr/>
          </p:nvSpPr>
          <p:spPr>
            <a:xfrm>
              <a:off x="2743199" y="2528887"/>
              <a:ext cx="79057" cy="384810"/>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6" name="Freihandform: Form 193">
              <a:extLst>
                <a:ext uri="{FF2B5EF4-FFF2-40B4-BE49-F238E27FC236}">
                  <a16:creationId xmlns:a16="http://schemas.microsoft.com/office/drawing/2014/main" id="{7B0AF71D-203B-B248-A6CC-91B0C91DE7ED}"/>
                </a:ext>
              </a:extLst>
            </p:cNvPr>
            <p:cNvSpPr/>
            <p:nvPr/>
          </p:nvSpPr>
          <p:spPr>
            <a:xfrm>
              <a:off x="2879407" y="2641281"/>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7" name="Freihandform: Form 194">
              <a:extLst>
                <a:ext uri="{FF2B5EF4-FFF2-40B4-BE49-F238E27FC236}">
                  <a16:creationId xmlns:a16="http://schemas.microsoft.com/office/drawing/2014/main" id="{0AF1A0A5-C522-674F-97DD-58A85E56C84C}"/>
                </a:ext>
              </a:extLst>
            </p:cNvPr>
            <p:cNvSpPr/>
            <p:nvPr/>
          </p:nvSpPr>
          <p:spPr>
            <a:xfrm>
              <a:off x="3177539" y="2525076"/>
              <a:ext cx="248602" cy="396239"/>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8" name="Freihandform: Form 195">
              <a:extLst>
                <a:ext uri="{FF2B5EF4-FFF2-40B4-BE49-F238E27FC236}">
                  <a16:creationId xmlns:a16="http://schemas.microsoft.com/office/drawing/2014/main" id="{2D01A574-25EF-414E-B114-D84A461A66EF}"/>
                </a:ext>
              </a:extLst>
            </p:cNvPr>
            <p:cNvSpPr/>
            <p:nvPr/>
          </p:nvSpPr>
          <p:spPr>
            <a:xfrm>
              <a:off x="3509009"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9" name="Freihandform: Form 196">
              <a:extLst>
                <a:ext uri="{FF2B5EF4-FFF2-40B4-BE49-F238E27FC236}">
                  <a16:creationId xmlns:a16="http://schemas.microsoft.com/office/drawing/2014/main" id="{DEB6C9A2-EE2A-354A-BAAA-3CDC2B8E881F}"/>
                </a:ext>
              </a:extLst>
            </p:cNvPr>
            <p:cNvSpPr/>
            <p:nvPr/>
          </p:nvSpPr>
          <p:spPr>
            <a:xfrm>
              <a:off x="3712844" y="2528887"/>
              <a:ext cx="79057" cy="384810"/>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0" name="Freihandform: Form 197">
              <a:extLst>
                <a:ext uri="{FF2B5EF4-FFF2-40B4-BE49-F238E27FC236}">
                  <a16:creationId xmlns:a16="http://schemas.microsoft.com/office/drawing/2014/main" id="{37923513-7535-254C-84D1-ED0DCB24D509}"/>
                </a:ext>
              </a:extLst>
            </p:cNvPr>
            <p:cNvSpPr/>
            <p:nvPr/>
          </p:nvSpPr>
          <p:spPr>
            <a:xfrm>
              <a:off x="3850957" y="2640329"/>
              <a:ext cx="224789" cy="280034"/>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1" name="Freihandform: Form 198">
              <a:extLst>
                <a:ext uri="{FF2B5EF4-FFF2-40B4-BE49-F238E27FC236}">
                  <a16:creationId xmlns:a16="http://schemas.microsoft.com/office/drawing/2014/main" id="{D96F94EA-4808-3E40-B904-1C6C3F9F84EF}"/>
                </a:ext>
              </a:extLst>
            </p:cNvPr>
            <p:cNvSpPr/>
            <p:nvPr/>
          </p:nvSpPr>
          <p:spPr>
            <a:xfrm>
              <a:off x="4129087" y="2525076"/>
              <a:ext cx="229552" cy="389572"/>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2" name="Freihandform: Form 199">
              <a:extLst>
                <a:ext uri="{FF2B5EF4-FFF2-40B4-BE49-F238E27FC236}">
                  <a16:creationId xmlns:a16="http://schemas.microsoft.com/office/drawing/2014/main" id="{E71DD333-64D4-1742-82FC-8DA34337BFBA}"/>
                </a:ext>
              </a:extLst>
            </p:cNvPr>
            <p:cNvSpPr/>
            <p:nvPr/>
          </p:nvSpPr>
          <p:spPr>
            <a:xfrm>
              <a:off x="4430077" y="2721291"/>
              <a:ext cx="130492" cy="59055"/>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3" name="Freihandform: Form 200">
              <a:extLst>
                <a:ext uri="{FF2B5EF4-FFF2-40B4-BE49-F238E27FC236}">
                  <a16:creationId xmlns:a16="http://schemas.microsoft.com/office/drawing/2014/main" id="{393D102B-9D88-D243-8E25-B4A36B3CFFD9}"/>
                </a:ext>
              </a:extLst>
            </p:cNvPr>
            <p:cNvSpPr/>
            <p:nvPr/>
          </p:nvSpPr>
          <p:spPr>
            <a:xfrm>
              <a:off x="4593906" y="2545079"/>
              <a:ext cx="342900" cy="368617"/>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4" name="Freihandform: Form 201">
              <a:extLst>
                <a:ext uri="{FF2B5EF4-FFF2-40B4-BE49-F238E27FC236}">
                  <a16:creationId xmlns:a16="http://schemas.microsoft.com/office/drawing/2014/main" id="{6252A0DA-1AB8-6C4C-BDC4-AB4F65A44C23}"/>
                </a:ext>
              </a:extLst>
            </p:cNvPr>
            <p:cNvSpPr/>
            <p:nvPr/>
          </p:nvSpPr>
          <p:spPr>
            <a:xfrm>
              <a:off x="4992052" y="2525076"/>
              <a:ext cx="61912" cy="388620"/>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5" name="Freihandform: Form 202">
              <a:extLst>
                <a:ext uri="{FF2B5EF4-FFF2-40B4-BE49-F238E27FC236}">
                  <a16:creationId xmlns:a16="http://schemas.microsoft.com/office/drawing/2014/main" id="{2A8FD993-BC3F-794E-AB2B-D48CFE814026}"/>
                </a:ext>
              </a:extLst>
            </p:cNvPr>
            <p:cNvSpPr/>
            <p:nvPr/>
          </p:nvSpPr>
          <p:spPr>
            <a:xfrm>
              <a:off x="5120639" y="2641281"/>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6" name="Freihandform: Form 203">
              <a:extLst>
                <a:ext uri="{FF2B5EF4-FFF2-40B4-BE49-F238E27FC236}">
                  <a16:creationId xmlns:a16="http://schemas.microsoft.com/office/drawing/2014/main" id="{A4F6238B-626F-9641-895F-F1A9E9A0B830}"/>
                </a:ext>
              </a:extLst>
            </p:cNvPr>
            <p:cNvSpPr/>
            <p:nvPr/>
          </p:nvSpPr>
          <p:spPr>
            <a:xfrm>
              <a:off x="5397817" y="2646997"/>
              <a:ext cx="255269" cy="266700"/>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7" name="Freihandform: Form 204">
              <a:extLst>
                <a:ext uri="{FF2B5EF4-FFF2-40B4-BE49-F238E27FC236}">
                  <a16:creationId xmlns:a16="http://schemas.microsoft.com/office/drawing/2014/main" id="{C423916A-DF08-D84A-90D2-4B3249A043AC}"/>
                </a:ext>
              </a:extLst>
            </p:cNvPr>
            <p:cNvSpPr/>
            <p:nvPr/>
          </p:nvSpPr>
          <p:spPr>
            <a:xfrm>
              <a:off x="5686407" y="2641281"/>
              <a:ext cx="225759" cy="279082"/>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8" name="Freihandform: Form 205">
              <a:extLst>
                <a:ext uri="{FF2B5EF4-FFF2-40B4-BE49-F238E27FC236}">
                  <a16:creationId xmlns:a16="http://schemas.microsoft.com/office/drawing/2014/main" id="{0364AE98-86E1-1046-8931-CEE7D9B5E4C4}"/>
                </a:ext>
              </a:extLst>
            </p:cNvPr>
            <p:cNvSpPr/>
            <p:nvPr/>
          </p:nvSpPr>
          <p:spPr>
            <a:xfrm>
              <a:off x="5991224" y="2641281"/>
              <a:ext cx="229552" cy="27336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09" name="Freihandform: Form 206">
              <a:extLst>
                <a:ext uri="{FF2B5EF4-FFF2-40B4-BE49-F238E27FC236}">
                  <a16:creationId xmlns:a16="http://schemas.microsoft.com/office/drawing/2014/main" id="{969761B4-2BF6-6741-9B48-A97B8E72D466}"/>
                </a:ext>
              </a:extLst>
            </p:cNvPr>
            <p:cNvSpPr/>
            <p:nvPr/>
          </p:nvSpPr>
          <p:spPr>
            <a:xfrm>
              <a:off x="6286499" y="2525076"/>
              <a:ext cx="248602" cy="396239"/>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0" name="Freihandform: Form 207">
              <a:extLst>
                <a:ext uri="{FF2B5EF4-FFF2-40B4-BE49-F238E27FC236}">
                  <a16:creationId xmlns:a16="http://schemas.microsoft.com/office/drawing/2014/main" id="{D747CBAA-EF34-4C47-8E8A-A91024973FCE}"/>
                </a:ext>
              </a:extLst>
            </p:cNvPr>
            <p:cNvSpPr/>
            <p:nvPr/>
          </p:nvSpPr>
          <p:spPr>
            <a:xfrm>
              <a:off x="6602729" y="2641281"/>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1" name="Freihandform: Form 208">
              <a:extLst>
                <a:ext uri="{FF2B5EF4-FFF2-40B4-BE49-F238E27FC236}">
                  <a16:creationId xmlns:a16="http://schemas.microsoft.com/office/drawing/2014/main" id="{0F3C6E8A-CEE0-3349-8987-0ABF0302A0E8}"/>
                </a:ext>
              </a:extLst>
            </p:cNvPr>
            <p:cNvSpPr/>
            <p:nvPr/>
          </p:nvSpPr>
          <p:spPr>
            <a:xfrm>
              <a:off x="6916101"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1" name="Freihandform: Form 209">
              <a:extLst>
                <a:ext uri="{FF2B5EF4-FFF2-40B4-BE49-F238E27FC236}">
                  <a16:creationId xmlns:a16="http://schemas.microsoft.com/office/drawing/2014/main" id="{849E3FEC-CDC4-FF49-857B-F87001199306}"/>
                </a:ext>
              </a:extLst>
            </p:cNvPr>
            <p:cNvSpPr/>
            <p:nvPr/>
          </p:nvSpPr>
          <p:spPr>
            <a:xfrm>
              <a:off x="7115174"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2" name="Freihandform: Form 210">
              <a:extLst>
                <a:ext uri="{FF2B5EF4-FFF2-40B4-BE49-F238E27FC236}">
                  <a16:creationId xmlns:a16="http://schemas.microsoft.com/office/drawing/2014/main" id="{21ED7022-3EA7-2F49-997D-4BBF41C6726A}"/>
                </a:ext>
              </a:extLst>
            </p:cNvPr>
            <p:cNvSpPr/>
            <p:nvPr/>
          </p:nvSpPr>
          <p:spPr>
            <a:xfrm>
              <a:off x="7324724" y="2545079"/>
              <a:ext cx="288607" cy="375284"/>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3" name="Freihandform: Form 211">
              <a:extLst>
                <a:ext uri="{FF2B5EF4-FFF2-40B4-BE49-F238E27FC236}">
                  <a16:creationId xmlns:a16="http://schemas.microsoft.com/office/drawing/2014/main" id="{342E6819-8D33-DA4C-92E3-C9E006063012}"/>
                </a:ext>
              </a:extLst>
            </p:cNvPr>
            <p:cNvSpPr/>
            <p:nvPr/>
          </p:nvSpPr>
          <p:spPr>
            <a:xfrm>
              <a:off x="7697151" y="2641281"/>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212">
              <a:extLst>
                <a:ext uri="{FF2B5EF4-FFF2-40B4-BE49-F238E27FC236}">
                  <a16:creationId xmlns:a16="http://schemas.microsoft.com/office/drawing/2014/main" id="{1ED78860-34B0-A047-8E67-F2541F965B23}"/>
                </a:ext>
              </a:extLst>
            </p:cNvPr>
            <p:cNvSpPr/>
            <p:nvPr/>
          </p:nvSpPr>
          <p:spPr>
            <a:xfrm>
              <a:off x="7996237" y="2528887"/>
              <a:ext cx="79057" cy="384810"/>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5" name="Freihandform: Form 213">
              <a:extLst>
                <a:ext uri="{FF2B5EF4-FFF2-40B4-BE49-F238E27FC236}">
                  <a16:creationId xmlns:a16="http://schemas.microsoft.com/office/drawing/2014/main" id="{6F02E69D-BE7C-DF44-819A-085556F8AD9C}"/>
                </a:ext>
              </a:extLst>
            </p:cNvPr>
            <p:cNvSpPr/>
            <p:nvPr/>
          </p:nvSpPr>
          <p:spPr>
            <a:xfrm>
              <a:off x="8119109" y="2647949"/>
              <a:ext cx="259079" cy="266700"/>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6" name="Freihandform: Form 214">
              <a:extLst>
                <a:ext uri="{FF2B5EF4-FFF2-40B4-BE49-F238E27FC236}">
                  <a16:creationId xmlns:a16="http://schemas.microsoft.com/office/drawing/2014/main" id="{C1C1362E-BF74-144C-8591-2BA271A3E935}"/>
                </a:ext>
              </a:extLst>
            </p:cNvPr>
            <p:cNvSpPr/>
            <p:nvPr/>
          </p:nvSpPr>
          <p:spPr>
            <a:xfrm>
              <a:off x="8406764"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7" name="Freihandform: Form 215">
              <a:extLst>
                <a:ext uri="{FF2B5EF4-FFF2-40B4-BE49-F238E27FC236}">
                  <a16:creationId xmlns:a16="http://schemas.microsoft.com/office/drawing/2014/main" id="{01D40457-15F4-FD48-922E-804AF233C2CF}"/>
                </a:ext>
              </a:extLst>
            </p:cNvPr>
            <p:cNvSpPr/>
            <p:nvPr/>
          </p:nvSpPr>
          <p:spPr>
            <a:xfrm>
              <a:off x="8720137" y="2641039"/>
              <a:ext cx="160019" cy="272657"/>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8" name="Freihandform: Form 216">
              <a:extLst>
                <a:ext uri="{FF2B5EF4-FFF2-40B4-BE49-F238E27FC236}">
                  <a16:creationId xmlns:a16="http://schemas.microsoft.com/office/drawing/2014/main" id="{2AB1631E-8AB8-3346-A5FF-A38437A59CDB}"/>
                </a:ext>
              </a:extLst>
            </p:cNvPr>
            <p:cNvSpPr/>
            <p:nvPr/>
          </p:nvSpPr>
          <p:spPr>
            <a:xfrm>
              <a:off x="8909684" y="2640329"/>
              <a:ext cx="205739" cy="280034"/>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217">
              <a:extLst>
                <a:ext uri="{FF2B5EF4-FFF2-40B4-BE49-F238E27FC236}">
                  <a16:creationId xmlns:a16="http://schemas.microsoft.com/office/drawing/2014/main" id="{3CFA2E17-7AA4-464A-8EDF-E92EB160B293}"/>
                </a:ext>
              </a:extLst>
            </p:cNvPr>
            <p:cNvSpPr/>
            <p:nvPr/>
          </p:nvSpPr>
          <p:spPr>
            <a:xfrm>
              <a:off x="9173526" y="2528887"/>
              <a:ext cx="79057" cy="384810"/>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218">
              <a:extLst>
                <a:ext uri="{FF2B5EF4-FFF2-40B4-BE49-F238E27FC236}">
                  <a16:creationId xmlns:a16="http://schemas.microsoft.com/office/drawing/2014/main" id="{4E72ACDA-00A7-DC4C-8FC4-46ED2CD32C3F}"/>
                </a:ext>
              </a:extLst>
            </p:cNvPr>
            <p:cNvSpPr/>
            <p:nvPr/>
          </p:nvSpPr>
          <p:spPr>
            <a:xfrm>
              <a:off x="9297351" y="2562224"/>
              <a:ext cx="165735" cy="358139"/>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219">
              <a:extLst>
                <a:ext uri="{FF2B5EF4-FFF2-40B4-BE49-F238E27FC236}">
                  <a16:creationId xmlns:a16="http://schemas.microsoft.com/office/drawing/2014/main" id="{012873B6-2606-5F4D-A001-E906FF448226}"/>
                </a:ext>
              </a:extLst>
            </p:cNvPr>
            <p:cNvSpPr/>
            <p:nvPr/>
          </p:nvSpPr>
          <p:spPr>
            <a:xfrm>
              <a:off x="9511664" y="2533649"/>
              <a:ext cx="225742" cy="386714"/>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220">
              <a:extLst>
                <a:ext uri="{FF2B5EF4-FFF2-40B4-BE49-F238E27FC236}">
                  <a16:creationId xmlns:a16="http://schemas.microsoft.com/office/drawing/2014/main" id="{80C92A1B-D307-4A4D-9C14-D16F6498CF32}"/>
                </a:ext>
              </a:extLst>
            </p:cNvPr>
            <p:cNvSpPr/>
            <p:nvPr/>
          </p:nvSpPr>
          <p:spPr>
            <a:xfrm>
              <a:off x="9785984" y="2562224"/>
              <a:ext cx="165734" cy="358139"/>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221">
              <a:extLst>
                <a:ext uri="{FF2B5EF4-FFF2-40B4-BE49-F238E27FC236}">
                  <a16:creationId xmlns:a16="http://schemas.microsoft.com/office/drawing/2014/main" id="{B7D2604A-E174-0B4E-BB4F-F2C79196D37E}"/>
                </a:ext>
              </a:extLst>
            </p:cNvPr>
            <p:cNvSpPr/>
            <p:nvPr/>
          </p:nvSpPr>
          <p:spPr>
            <a:xfrm>
              <a:off x="2242184" y="3122294"/>
              <a:ext cx="275272" cy="368617"/>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grpFill/>
            <a:ln w="9525" cap="flat">
              <a:noFill/>
              <a:prstDash val="solid"/>
              <a:miter/>
            </a:ln>
          </p:spPr>
          <p:txBody>
            <a:bodyPr rtlCol="0" anchor="ctr"/>
            <a:lstStyle/>
            <a:p>
              <a:endParaRPr lang="de-DE"/>
            </a:p>
          </p:txBody>
        </p:sp>
        <p:sp>
          <p:nvSpPr>
            <p:cNvPr id="174" name="Freihandform: Form 222">
              <a:extLst>
                <a:ext uri="{FF2B5EF4-FFF2-40B4-BE49-F238E27FC236}">
                  <a16:creationId xmlns:a16="http://schemas.microsoft.com/office/drawing/2014/main" id="{AD3EA9C9-0A21-094F-8D35-BB4E19639FAE}"/>
                </a:ext>
              </a:extLst>
            </p:cNvPr>
            <p:cNvSpPr/>
            <p:nvPr/>
          </p:nvSpPr>
          <p:spPr>
            <a:xfrm>
              <a:off x="2519362" y="3217544"/>
              <a:ext cx="242887" cy="279082"/>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175" name="Freihandform: Form 223">
              <a:extLst>
                <a:ext uri="{FF2B5EF4-FFF2-40B4-BE49-F238E27FC236}">
                  <a16:creationId xmlns:a16="http://schemas.microsoft.com/office/drawing/2014/main" id="{C4ECD04B-6772-5742-A8C8-04897EC16BA3}"/>
                </a:ext>
              </a:extLst>
            </p:cNvPr>
            <p:cNvSpPr/>
            <p:nvPr/>
          </p:nvSpPr>
          <p:spPr>
            <a:xfrm>
              <a:off x="2816541"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grpFill/>
            <a:ln w="9525" cap="flat">
              <a:noFill/>
              <a:prstDash val="solid"/>
              <a:miter/>
            </a:ln>
          </p:spPr>
          <p:txBody>
            <a:bodyPr rtlCol="0" anchor="ctr"/>
            <a:lstStyle/>
            <a:p>
              <a:endParaRPr lang="de-DE"/>
            </a:p>
          </p:txBody>
        </p:sp>
        <p:sp>
          <p:nvSpPr>
            <p:cNvPr id="176" name="Freihandform: Form 224">
              <a:extLst>
                <a:ext uri="{FF2B5EF4-FFF2-40B4-BE49-F238E27FC236}">
                  <a16:creationId xmlns:a16="http://schemas.microsoft.com/office/drawing/2014/main" id="{A4C89810-B195-2F43-AFDB-CAA6C4DD3CD0}"/>
                </a:ext>
              </a:extLst>
            </p:cNvPr>
            <p:cNvSpPr/>
            <p:nvPr/>
          </p:nvSpPr>
          <p:spPr>
            <a:xfrm>
              <a:off x="3095624" y="3101339"/>
              <a:ext cx="228600" cy="389572"/>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grpFill/>
            <a:ln w="9525" cap="flat">
              <a:noFill/>
              <a:prstDash val="solid"/>
              <a:miter/>
            </a:ln>
          </p:spPr>
          <p:txBody>
            <a:bodyPr rtlCol="0" anchor="ctr"/>
            <a:lstStyle/>
            <a:p>
              <a:endParaRPr lang="de-DE"/>
            </a:p>
          </p:txBody>
        </p:sp>
        <p:sp>
          <p:nvSpPr>
            <p:cNvPr id="177" name="Freihandform: Form 225">
              <a:extLst>
                <a:ext uri="{FF2B5EF4-FFF2-40B4-BE49-F238E27FC236}">
                  <a16:creationId xmlns:a16="http://schemas.microsoft.com/office/drawing/2014/main" id="{E66C4ABC-9333-214D-B489-DC951264618A}"/>
                </a:ext>
              </a:extLst>
            </p:cNvPr>
            <p:cNvSpPr/>
            <p:nvPr/>
          </p:nvSpPr>
          <p:spPr>
            <a:xfrm>
              <a:off x="3404234" y="321754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grpFill/>
            <a:ln w="9525" cap="flat">
              <a:noFill/>
              <a:prstDash val="solid"/>
              <a:miter/>
            </a:ln>
          </p:spPr>
          <p:txBody>
            <a:bodyPr rtlCol="0" anchor="ctr"/>
            <a:lstStyle/>
            <a:p>
              <a:endParaRPr lang="de-DE"/>
            </a:p>
          </p:txBody>
        </p:sp>
        <p:sp>
          <p:nvSpPr>
            <p:cNvPr id="178" name="Freihandform: Form 226">
              <a:extLst>
                <a:ext uri="{FF2B5EF4-FFF2-40B4-BE49-F238E27FC236}">
                  <a16:creationId xmlns:a16="http://schemas.microsoft.com/office/drawing/2014/main" id="{703472B0-BAAC-654A-8A58-B0CEF3BCD909}"/>
                </a:ext>
              </a:extLst>
            </p:cNvPr>
            <p:cNvSpPr/>
            <p:nvPr/>
          </p:nvSpPr>
          <p:spPr>
            <a:xfrm>
              <a:off x="3703319" y="3105149"/>
              <a:ext cx="79057" cy="384809"/>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grpFill/>
            <a:ln w="9525" cap="flat">
              <a:noFill/>
              <a:prstDash val="solid"/>
              <a:miter/>
            </a:ln>
          </p:spPr>
          <p:txBody>
            <a:bodyPr rtlCol="0" anchor="ctr"/>
            <a:lstStyle/>
            <a:p>
              <a:endParaRPr lang="de-DE"/>
            </a:p>
          </p:txBody>
        </p:sp>
        <p:sp>
          <p:nvSpPr>
            <p:cNvPr id="179" name="Freihandform: Form 227">
              <a:extLst>
                <a:ext uri="{FF2B5EF4-FFF2-40B4-BE49-F238E27FC236}">
                  <a16:creationId xmlns:a16="http://schemas.microsoft.com/office/drawing/2014/main" id="{CC8C30F8-435E-B844-B724-13122B587F86}"/>
                </a:ext>
              </a:extLst>
            </p:cNvPr>
            <p:cNvSpPr/>
            <p:nvPr/>
          </p:nvSpPr>
          <p:spPr>
            <a:xfrm>
              <a:off x="3830954"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180" name="Freihandform: Form 228">
              <a:extLst>
                <a:ext uri="{FF2B5EF4-FFF2-40B4-BE49-F238E27FC236}">
                  <a16:creationId xmlns:a16="http://schemas.microsoft.com/office/drawing/2014/main" id="{E2EAA7B4-A980-6C4C-A991-30C9430B0032}"/>
                </a:ext>
              </a:extLst>
            </p:cNvPr>
            <p:cNvSpPr/>
            <p:nvPr/>
          </p:nvSpPr>
          <p:spPr>
            <a:xfrm>
              <a:off x="4087177"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181" name="Freihandform: Form 229">
              <a:extLst>
                <a:ext uri="{FF2B5EF4-FFF2-40B4-BE49-F238E27FC236}">
                  <a16:creationId xmlns:a16="http://schemas.microsoft.com/office/drawing/2014/main" id="{82E92016-DFB8-0941-9DD8-D3EAEDF00BCF}"/>
                </a:ext>
              </a:extLst>
            </p:cNvPr>
            <p:cNvSpPr/>
            <p:nvPr/>
          </p:nvSpPr>
          <p:spPr>
            <a:xfrm>
              <a:off x="4366259" y="3101339"/>
              <a:ext cx="228600" cy="389572"/>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grpFill/>
            <a:ln w="9525" cap="flat">
              <a:noFill/>
              <a:prstDash val="solid"/>
              <a:miter/>
            </a:ln>
          </p:spPr>
          <p:txBody>
            <a:bodyPr rtlCol="0" anchor="ctr"/>
            <a:lstStyle/>
            <a:p>
              <a:endParaRPr lang="de-DE"/>
            </a:p>
          </p:txBody>
        </p:sp>
        <p:sp>
          <p:nvSpPr>
            <p:cNvPr id="182" name="Freihandform: Form 230">
              <a:extLst>
                <a:ext uri="{FF2B5EF4-FFF2-40B4-BE49-F238E27FC236}">
                  <a16:creationId xmlns:a16="http://schemas.microsoft.com/office/drawing/2014/main" id="{52B21CE5-387E-774F-A6E4-CB2340B7E1A3}"/>
                </a:ext>
              </a:extLst>
            </p:cNvPr>
            <p:cNvSpPr/>
            <p:nvPr/>
          </p:nvSpPr>
          <p:spPr>
            <a:xfrm>
              <a:off x="4659629"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183" name="Freihandform: Form 231">
              <a:extLst>
                <a:ext uri="{FF2B5EF4-FFF2-40B4-BE49-F238E27FC236}">
                  <a16:creationId xmlns:a16="http://schemas.microsoft.com/office/drawing/2014/main" id="{9B0875E3-D6B0-8940-B39D-4E7061BD3188}"/>
                </a:ext>
              </a:extLst>
            </p:cNvPr>
            <p:cNvSpPr/>
            <p:nvPr/>
          </p:nvSpPr>
          <p:spPr>
            <a:xfrm>
              <a:off x="5130164" y="3122294"/>
              <a:ext cx="231457" cy="368617"/>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grpFill/>
            <a:ln w="9525" cap="flat">
              <a:noFill/>
              <a:prstDash val="solid"/>
              <a:miter/>
            </a:ln>
          </p:spPr>
          <p:txBody>
            <a:bodyPr rtlCol="0" anchor="ctr"/>
            <a:lstStyle/>
            <a:p>
              <a:endParaRPr lang="de-DE"/>
            </a:p>
          </p:txBody>
        </p:sp>
        <p:sp>
          <p:nvSpPr>
            <p:cNvPr id="184" name="Freihandform: Form 232">
              <a:extLst>
                <a:ext uri="{FF2B5EF4-FFF2-40B4-BE49-F238E27FC236}">
                  <a16:creationId xmlns:a16="http://schemas.microsoft.com/office/drawing/2014/main" id="{E52360F8-A736-C646-ABDE-70CAF24845A5}"/>
                </a:ext>
              </a:extLst>
            </p:cNvPr>
            <p:cNvSpPr/>
            <p:nvPr/>
          </p:nvSpPr>
          <p:spPr>
            <a:xfrm>
              <a:off x="5373052" y="3217544"/>
              <a:ext cx="226694" cy="279082"/>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grpFill/>
            <a:ln w="9525" cap="flat">
              <a:noFill/>
              <a:prstDash val="solid"/>
              <a:miter/>
            </a:ln>
          </p:spPr>
          <p:txBody>
            <a:bodyPr rtlCol="0" anchor="ctr"/>
            <a:lstStyle/>
            <a:p>
              <a:endParaRPr lang="de-DE"/>
            </a:p>
          </p:txBody>
        </p:sp>
        <p:sp>
          <p:nvSpPr>
            <p:cNvPr id="185" name="Freihandform: Form 233">
              <a:extLst>
                <a:ext uri="{FF2B5EF4-FFF2-40B4-BE49-F238E27FC236}">
                  <a16:creationId xmlns:a16="http://schemas.microsoft.com/office/drawing/2014/main" id="{062E80BD-76C7-A245-B040-96FDA2CC6B86}"/>
                </a:ext>
              </a:extLst>
            </p:cNvPr>
            <p:cNvSpPr/>
            <p:nvPr/>
          </p:nvSpPr>
          <p:spPr>
            <a:xfrm>
              <a:off x="5678804" y="3101339"/>
              <a:ext cx="234314" cy="389572"/>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grpFill/>
            <a:ln w="9525" cap="flat">
              <a:noFill/>
              <a:prstDash val="solid"/>
              <a:miter/>
            </a:ln>
          </p:spPr>
          <p:txBody>
            <a:bodyPr rtlCol="0" anchor="ctr"/>
            <a:lstStyle/>
            <a:p>
              <a:endParaRPr lang="de-DE"/>
            </a:p>
          </p:txBody>
        </p:sp>
        <p:sp>
          <p:nvSpPr>
            <p:cNvPr id="186" name="Freihandform: Form 234">
              <a:extLst>
                <a:ext uri="{FF2B5EF4-FFF2-40B4-BE49-F238E27FC236}">
                  <a16:creationId xmlns:a16="http://schemas.microsoft.com/office/drawing/2014/main" id="{1C5B2127-30F5-D84B-B087-28648EE454EF}"/>
                </a:ext>
              </a:extLst>
            </p:cNvPr>
            <p:cNvSpPr/>
            <p:nvPr/>
          </p:nvSpPr>
          <p:spPr>
            <a:xfrm>
              <a:off x="5958839" y="3224212"/>
              <a:ext cx="229552" cy="27336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grpFill/>
            <a:ln w="9525" cap="flat">
              <a:noFill/>
              <a:prstDash val="solid"/>
              <a:miter/>
            </a:ln>
          </p:spPr>
          <p:txBody>
            <a:bodyPr rtlCol="0" anchor="ctr"/>
            <a:lstStyle/>
            <a:p>
              <a:endParaRPr lang="de-DE"/>
            </a:p>
          </p:txBody>
        </p:sp>
        <p:sp>
          <p:nvSpPr>
            <p:cNvPr id="187" name="Freihandform: Form 235">
              <a:extLst>
                <a:ext uri="{FF2B5EF4-FFF2-40B4-BE49-F238E27FC236}">
                  <a16:creationId xmlns:a16="http://schemas.microsoft.com/office/drawing/2014/main" id="{E07AD439-E36D-F240-B150-354148FDFDCA}"/>
                </a:ext>
              </a:extLst>
            </p:cNvPr>
            <p:cNvSpPr/>
            <p:nvPr/>
          </p:nvSpPr>
          <p:spPr>
            <a:xfrm>
              <a:off x="6268402" y="3100387"/>
              <a:ext cx="61912" cy="389572"/>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grpFill/>
            <a:ln w="9525" cap="flat">
              <a:noFill/>
              <a:prstDash val="solid"/>
              <a:miter/>
            </a:ln>
          </p:spPr>
          <p:txBody>
            <a:bodyPr rtlCol="0" anchor="ctr"/>
            <a:lstStyle/>
            <a:p>
              <a:endParaRPr lang="de-DE"/>
            </a:p>
          </p:txBody>
        </p:sp>
        <p:sp>
          <p:nvSpPr>
            <p:cNvPr id="188" name="Freihandform: Form 236">
              <a:extLst>
                <a:ext uri="{FF2B5EF4-FFF2-40B4-BE49-F238E27FC236}">
                  <a16:creationId xmlns:a16="http://schemas.microsoft.com/office/drawing/2014/main" id="{35FD17B1-9146-4947-98E9-52B23709F881}"/>
                </a:ext>
              </a:extLst>
            </p:cNvPr>
            <p:cNvSpPr/>
            <p:nvPr/>
          </p:nvSpPr>
          <p:spPr>
            <a:xfrm>
              <a:off x="6385559"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grpFill/>
            <a:ln w="9525" cap="flat">
              <a:noFill/>
              <a:prstDash val="solid"/>
              <a:miter/>
            </a:ln>
          </p:spPr>
          <p:txBody>
            <a:bodyPr rtlCol="0" anchor="ctr"/>
            <a:lstStyle/>
            <a:p>
              <a:endParaRPr lang="de-DE"/>
            </a:p>
          </p:txBody>
        </p:sp>
        <p:sp>
          <p:nvSpPr>
            <p:cNvPr id="189" name="Freihandform: Form 237">
              <a:extLst>
                <a:ext uri="{FF2B5EF4-FFF2-40B4-BE49-F238E27FC236}">
                  <a16:creationId xmlns:a16="http://schemas.microsoft.com/office/drawing/2014/main" id="{97B7D0E9-59CF-B245-B39B-E69754052133}"/>
                </a:ext>
              </a:extLst>
            </p:cNvPr>
            <p:cNvSpPr/>
            <p:nvPr/>
          </p:nvSpPr>
          <p:spPr>
            <a:xfrm>
              <a:off x="6599871" y="3109912"/>
              <a:ext cx="225742" cy="386715"/>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grpFill/>
            <a:ln w="9525" cap="flat">
              <a:noFill/>
              <a:prstDash val="solid"/>
              <a:miter/>
            </a:ln>
          </p:spPr>
          <p:txBody>
            <a:bodyPr rtlCol="0" anchor="ctr"/>
            <a:lstStyle/>
            <a:p>
              <a:endParaRPr lang="de-DE"/>
            </a:p>
          </p:txBody>
        </p:sp>
        <p:sp>
          <p:nvSpPr>
            <p:cNvPr id="191" name="Freihandform: Form 238">
              <a:extLst>
                <a:ext uri="{FF2B5EF4-FFF2-40B4-BE49-F238E27FC236}">
                  <a16:creationId xmlns:a16="http://schemas.microsoft.com/office/drawing/2014/main" id="{B1F7D0AA-A5ED-ED4A-8A35-C27208F99B91}"/>
                </a:ext>
              </a:extLst>
            </p:cNvPr>
            <p:cNvSpPr/>
            <p:nvPr/>
          </p:nvSpPr>
          <p:spPr>
            <a:xfrm>
              <a:off x="6874192"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grpFill/>
            <a:ln w="9525" cap="flat">
              <a:noFill/>
              <a:prstDash val="solid"/>
              <a:miter/>
            </a:ln>
          </p:spPr>
          <p:txBody>
            <a:bodyPr rtlCol="0" anchor="ctr"/>
            <a:lstStyle/>
            <a:p>
              <a:endParaRPr lang="de-DE"/>
            </a:p>
          </p:txBody>
        </p:sp>
      </p:grpSp>
      <p:pic>
        <p:nvPicPr>
          <p:cNvPr id="7" name="Grafik 6">
            <a:extLst>
              <a:ext uri="{FF2B5EF4-FFF2-40B4-BE49-F238E27FC236}">
                <a16:creationId xmlns:a16="http://schemas.microsoft.com/office/drawing/2014/main" id="{DD63EE97-96D9-40C7-8B38-B2B2BB5D41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1200" y="302400"/>
            <a:ext cx="1404630" cy="536400"/>
          </a:xfrm>
          <a:prstGeom prst="rect">
            <a:avLst/>
          </a:prstGeom>
        </p:spPr>
      </p:pic>
    </p:spTree>
    <p:extLst>
      <p:ext uri="{BB962C8B-B14F-4D97-AF65-F5344CB8AC3E}">
        <p14:creationId xmlns:p14="http://schemas.microsoft.com/office/powerpoint/2010/main" val="205058538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37A194AD-81A6-49F3-9DCB-83F03741B6B1}"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388738" y="1631156"/>
            <a:ext cx="8368309"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6">
            <a:extLst>
              <a:ext uri="{FF2B5EF4-FFF2-40B4-BE49-F238E27FC236}">
                <a16:creationId xmlns:a16="http://schemas.microsoft.com/office/drawing/2014/main" id="{25613776-0F22-42BA-AE5A-1B73727AAD1E}"/>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2" name="Titel 1">
            <a:extLst>
              <a:ext uri="{FF2B5EF4-FFF2-40B4-BE49-F238E27FC236}">
                <a16:creationId xmlns:a16="http://schemas.microsoft.com/office/drawing/2014/main" id="{56207CA1-C8ED-4B97-95EA-81E7BD733587}"/>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3" name="Textplatzhalter 9">
            <a:extLst>
              <a:ext uri="{FF2B5EF4-FFF2-40B4-BE49-F238E27FC236}">
                <a16:creationId xmlns:a16="http://schemas.microsoft.com/office/drawing/2014/main" id="{3737ED4A-B06E-473A-A805-044039B2067F}"/>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23709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1FB15F5-5D32-4F33-91B1-B99611864872}"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388739" y="1631156"/>
            <a:ext cx="4102299"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4654747" y="1631156"/>
            <a:ext cx="4102299"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6">
            <a:extLst>
              <a:ext uri="{FF2B5EF4-FFF2-40B4-BE49-F238E27FC236}">
                <a16:creationId xmlns:a16="http://schemas.microsoft.com/office/drawing/2014/main" id="{6791738E-1095-45F8-98E2-D057FFD19CAA}"/>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2" name="Titel 1">
            <a:extLst>
              <a:ext uri="{FF2B5EF4-FFF2-40B4-BE49-F238E27FC236}">
                <a16:creationId xmlns:a16="http://schemas.microsoft.com/office/drawing/2014/main" id="{C63B4069-E27C-4065-B042-E1C03F2080B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3" name="Textplatzhalter 9">
            <a:extLst>
              <a:ext uri="{FF2B5EF4-FFF2-40B4-BE49-F238E27FC236}">
                <a16:creationId xmlns:a16="http://schemas.microsoft.com/office/drawing/2014/main" id="{603FBDA7-5BE9-47A2-A081-664FE73E7DD7}"/>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26898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D2FFBB7-AB5C-4902-9146-6920DB5A4985}"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8603158" y="6634667"/>
            <a:ext cx="153889" cy="92333"/>
          </a:xfrm>
        </p:spPr>
        <p:txBody>
          <a:bodyPr/>
          <a:lstStyle/>
          <a:p>
            <a:fld id="{D949F9DF-37BD-4CD6-BF49-65BA579E1D7A}" type="slidenum">
              <a:rPr lang="de-DE" smtClean="0"/>
              <a:pPr/>
              <a:t>‹Nr.›</a:t>
            </a:fld>
            <a:endParaRPr lang="de-DE"/>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388739" y="1631157"/>
            <a:ext cx="2676616" cy="4569618"/>
          </a:xfrm>
        </p:spPr>
        <p:txBody>
          <a:bodyPr rIns="18000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6080432" y="1631157"/>
            <a:ext cx="2676616" cy="4569618"/>
          </a:xfrm>
        </p:spPr>
        <p:txBody>
          <a:bodyPr rIns="18000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3234585" y="1631157"/>
            <a:ext cx="2676616" cy="4569618"/>
          </a:xfrm>
        </p:spPr>
        <p:txBody>
          <a:bodyPr rIns="18000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6">
            <a:extLst>
              <a:ext uri="{FF2B5EF4-FFF2-40B4-BE49-F238E27FC236}">
                <a16:creationId xmlns:a16="http://schemas.microsoft.com/office/drawing/2014/main" id="{86333803-0B38-4F61-95AE-49DCFFD7FB88}"/>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7" name="Textplatzhalter 9">
            <a:extLst>
              <a:ext uri="{FF2B5EF4-FFF2-40B4-BE49-F238E27FC236}">
                <a16:creationId xmlns:a16="http://schemas.microsoft.com/office/drawing/2014/main" id="{E4C37492-6F12-4BAE-AE2D-3C78E62AA801}"/>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
        <p:nvSpPr>
          <p:cNvPr id="2" name="Titel 1">
            <a:extLst>
              <a:ext uri="{FF2B5EF4-FFF2-40B4-BE49-F238E27FC236}">
                <a16:creationId xmlns:a16="http://schemas.microsoft.com/office/drawing/2014/main" id="{733EC4EE-F70F-474E-9E32-5A52F1946E0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Tree>
    <p:extLst>
      <p:ext uri="{BB962C8B-B14F-4D97-AF65-F5344CB8AC3E}">
        <p14:creationId xmlns:p14="http://schemas.microsoft.com/office/powerpoint/2010/main" val="183881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6C0B545-5A07-468B-BA8E-BF6B5C4D36D0}"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388739" y="1631156"/>
            <a:ext cx="4102299"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4654747" y="1631156"/>
            <a:ext cx="4102299" cy="4569619"/>
          </a:xfrm>
          <a:solidFill>
            <a:schemeClr val="bg1">
              <a:lumMod val="95000"/>
            </a:schemeClr>
          </a:solidFill>
        </p:spPr>
        <p:txBody>
          <a:bodyPr/>
          <a:lstStyle/>
          <a:p>
            <a:r>
              <a:rPr lang="de-DE"/>
              <a:t> </a:t>
            </a:r>
          </a:p>
        </p:txBody>
      </p:sp>
      <p:sp>
        <p:nvSpPr>
          <p:cNvPr id="11" name="Bildplatzhalter 6">
            <a:extLst>
              <a:ext uri="{FF2B5EF4-FFF2-40B4-BE49-F238E27FC236}">
                <a16:creationId xmlns:a16="http://schemas.microsoft.com/office/drawing/2014/main" id="{8D50DB04-91D7-4C23-96CE-09E0502D14CD}"/>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4" name="Textplatzhalter 9">
            <a:extLst>
              <a:ext uri="{FF2B5EF4-FFF2-40B4-BE49-F238E27FC236}">
                <a16:creationId xmlns:a16="http://schemas.microsoft.com/office/drawing/2014/main" id="{025985CB-3E45-4554-BFEC-CC9E81330D6F}"/>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667695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388739" y="1631156"/>
            <a:ext cx="4102299"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75A4179D-A70B-4A8F-A492-C0993331794F}"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8603158" y="6634667"/>
            <a:ext cx="153889" cy="92333"/>
          </a:xfrm>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4654748" y="1631156"/>
            <a:ext cx="4102299"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Bildplatzhalter 6">
            <a:extLst>
              <a:ext uri="{FF2B5EF4-FFF2-40B4-BE49-F238E27FC236}">
                <a16:creationId xmlns:a16="http://schemas.microsoft.com/office/drawing/2014/main" id="{1C6D487A-3469-4A14-880C-0C0352BFC29A}"/>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4" name="Textplatzhalter 9">
            <a:extLst>
              <a:ext uri="{FF2B5EF4-FFF2-40B4-BE49-F238E27FC236}">
                <a16:creationId xmlns:a16="http://schemas.microsoft.com/office/drawing/2014/main" id="{5598F909-71AB-4CAC-999F-7136D54B11DE}"/>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83635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9144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388739" y="3431381"/>
            <a:ext cx="2678400" cy="2769394"/>
          </a:xfrm>
          <a:solidFill>
            <a:schemeClr val="bg1"/>
          </a:solidFill>
        </p:spPr>
        <p:txBody>
          <a:bodyPr wrap="square" lIns="180000" tIns="180000" rIns="180000" bIns="18000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292893" y="160153"/>
            <a:ext cx="250031"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292893" y="1131703"/>
            <a:ext cx="250031"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292893" y="1491963"/>
            <a:ext cx="250031"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292893" y="3292188"/>
            <a:ext cx="250031"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292893" y="6063963"/>
            <a:ext cx="250031"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292893" y="6495763"/>
            <a:ext cx="250031"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169567" y="-282035"/>
            <a:ext cx="333375" cy="102606"/>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4273057" y="-282036"/>
            <a:ext cx="333375" cy="102603"/>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4652949" y="-397424"/>
            <a:ext cx="93680" cy="333375"/>
            <a:chOff x="6416679" y="-397424"/>
            <a:chExt cx="124907"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8543829" y="-282039"/>
            <a:ext cx="333375" cy="1026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995564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984D385-D052-45A7-A34E-3E822934D54A}"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388738" y="1631156"/>
            <a:ext cx="8368310"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388738" y="5690271"/>
            <a:ext cx="8368310" cy="511084"/>
          </a:xfrm>
        </p:spPr>
        <p:txBody>
          <a:bodyPr wrap="square">
            <a:noAutofit/>
          </a:bodyPr>
          <a:lstStyle>
            <a:lvl1pPr>
              <a:lnSpc>
                <a:spcPct val="110000"/>
              </a:lnSpc>
              <a:spcAft>
                <a:spcPts val="0"/>
              </a:spcAft>
              <a:defRPr sz="1200"/>
            </a:lvl1pPr>
          </a:lstStyle>
          <a:p>
            <a:pPr lvl="0"/>
            <a:r>
              <a:rPr lang="de-DE" dirty="0"/>
              <a:t>Mastertextformat bearbeiten</a:t>
            </a:r>
          </a:p>
        </p:txBody>
      </p:sp>
      <p:sp>
        <p:nvSpPr>
          <p:cNvPr id="9" name="Bildplatzhalter 6">
            <a:extLst>
              <a:ext uri="{FF2B5EF4-FFF2-40B4-BE49-F238E27FC236}">
                <a16:creationId xmlns:a16="http://schemas.microsoft.com/office/drawing/2014/main" id="{05EC4CE8-43C6-428F-9E62-CB38E0CE6447}"/>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5" name="Textplatzhalter 9">
            <a:extLst>
              <a:ext uri="{FF2B5EF4-FFF2-40B4-BE49-F238E27FC236}">
                <a16:creationId xmlns:a16="http://schemas.microsoft.com/office/drawing/2014/main" id="{151FE1DD-A4DE-4DE0-AB01-FD3BAC83F362}"/>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042392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2EAF0E84-2931-4159-9A31-A2C1575893CD}"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8603158" y="6634667"/>
            <a:ext cx="153889" cy="92333"/>
          </a:xfrm>
        </p:spPr>
        <p:txBody>
          <a:bodyPr/>
          <a:lstStyle/>
          <a:p>
            <a:fld id="{D949F9DF-37BD-4CD6-BF49-65BA579E1D7A}" type="slidenum">
              <a:rPr lang="de-DE" smtClean="0"/>
              <a:pPr/>
              <a:t>‹Nr.›</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388738" y="1631156"/>
            <a:ext cx="4102299"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388738" y="5690271"/>
            <a:ext cx="4102299" cy="511084"/>
          </a:xfrm>
        </p:spPr>
        <p:txBody>
          <a:bodyPr wrap="square">
            <a:noAutofit/>
          </a:bodyPr>
          <a:lstStyle>
            <a:lvl1pPr>
              <a:lnSpc>
                <a:spcPct val="110000"/>
              </a:lnSpc>
              <a:spcAft>
                <a:spcPts val="0"/>
              </a:spcAft>
              <a:defRPr sz="1200"/>
            </a:lvl1pPr>
          </a:lstStyle>
          <a:p>
            <a:pPr lvl="0"/>
            <a:r>
              <a:rPr lang="de-DE" dirty="0"/>
              <a:t>Mastertextformat bearbeiten</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4654748" y="1631156"/>
            <a:ext cx="4102299"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4654748" y="5690271"/>
            <a:ext cx="4102299" cy="511084"/>
          </a:xfrm>
        </p:spPr>
        <p:txBody>
          <a:bodyPr wrap="square">
            <a:noAutofit/>
          </a:bodyPr>
          <a:lstStyle>
            <a:lvl1pPr>
              <a:lnSpc>
                <a:spcPct val="110000"/>
              </a:lnSpc>
              <a:spcAft>
                <a:spcPts val="0"/>
              </a:spcAft>
              <a:defRPr sz="1200"/>
            </a:lvl1pPr>
          </a:lstStyle>
          <a:p>
            <a:pPr lvl="0"/>
            <a:r>
              <a:rPr lang="de-DE" dirty="0"/>
              <a:t>Mastertextformat bearbeiten</a:t>
            </a:r>
          </a:p>
        </p:txBody>
      </p:sp>
      <p:sp>
        <p:nvSpPr>
          <p:cNvPr id="11" name="Bildplatzhalter 6">
            <a:extLst>
              <a:ext uri="{FF2B5EF4-FFF2-40B4-BE49-F238E27FC236}">
                <a16:creationId xmlns:a16="http://schemas.microsoft.com/office/drawing/2014/main" id="{BF87D6FE-3E8F-49D4-B36A-217C95B23AF8}"/>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8" name="Textplatzhalter 9">
            <a:extLst>
              <a:ext uri="{FF2B5EF4-FFF2-40B4-BE49-F238E27FC236}">
                <a16:creationId xmlns:a16="http://schemas.microsoft.com/office/drawing/2014/main" id="{8144F7FD-28FD-444B-8ECE-FC43765B79DA}"/>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4209080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0B4E3A7-BE36-4211-9A99-BDFEBFAE1945}"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8603158" y="6634667"/>
            <a:ext cx="153889" cy="92333"/>
          </a:xfrm>
        </p:spPr>
        <p:txBody>
          <a:bodyPr/>
          <a:lstStyle/>
          <a:p>
            <a:fld id="{D949F9DF-37BD-4CD6-BF49-65BA579E1D7A}" type="slidenum">
              <a:rPr lang="de-DE" smtClean="0"/>
              <a:pPr/>
              <a:t>‹Nr.›</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388738" y="1631156"/>
            <a:ext cx="2677319"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388738" y="5690271"/>
            <a:ext cx="2677319" cy="511084"/>
          </a:xfrm>
        </p:spPr>
        <p:txBody>
          <a:bodyPr wrap="square" rIns="180000">
            <a:noAutofit/>
          </a:bodyPr>
          <a:lstStyle>
            <a:lvl1pPr>
              <a:lnSpc>
                <a:spcPct val="110000"/>
              </a:lnSpc>
              <a:spcAft>
                <a:spcPts val="0"/>
              </a:spcAft>
              <a:defRPr sz="1200"/>
            </a:lvl1pPr>
          </a:lstStyle>
          <a:p>
            <a:pPr lvl="0"/>
            <a:r>
              <a:rPr lang="de-DE" dirty="0"/>
              <a:t>Mastertextformat bearbeiten</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6079729" y="1631156"/>
            <a:ext cx="2677319"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6079729" y="5690271"/>
            <a:ext cx="2677319" cy="511084"/>
          </a:xfrm>
        </p:spPr>
        <p:txBody>
          <a:bodyPr wrap="square" rIns="180000">
            <a:noAutofit/>
          </a:bodyPr>
          <a:lstStyle>
            <a:lvl1pPr>
              <a:lnSpc>
                <a:spcPct val="110000"/>
              </a:lnSpc>
              <a:spcAft>
                <a:spcPts val="0"/>
              </a:spcAft>
              <a:defRPr sz="1200"/>
            </a:lvl1pPr>
          </a:lstStyle>
          <a:p>
            <a:pPr lvl="0"/>
            <a:r>
              <a:rPr lang="de-DE" dirty="0"/>
              <a:t>Mastertextformat bearbeiten</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3234233" y="1631156"/>
            <a:ext cx="2677319"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3234233" y="5690271"/>
            <a:ext cx="2677319" cy="511084"/>
          </a:xfrm>
        </p:spPr>
        <p:txBody>
          <a:bodyPr wrap="square" rIns="180000">
            <a:noAutofit/>
          </a:bodyPr>
          <a:lstStyle>
            <a:lvl1pPr>
              <a:lnSpc>
                <a:spcPct val="110000"/>
              </a:lnSpc>
              <a:spcAft>
                <a:spcPts val="0"/>
              </a:spcAft>
              <a:defRPr sz="1200"/>
            </a:lvl1pPr>
          </a:lstStyle>
          <a:p>
            <a:pPr lvl="0"/>
            <a:r>
              <a:rPr lang="de-DE" dirty="0"/>
              <a:t>Mastertextformat bearbeiten</a:t>
            </a:r>
          </a:p>
        </p:txBody>
      </p:sp>
      <p:sp>
        <p:nvSpPr>
          <p:cNvPr id="13" name="Bildplatzhalter 6">
            <a:extLst>
              <a:ext uri="{FF2B5EF4-FFF2-40B4-BE49-F238E27FC236}">
                <a16:creationId xmlns:a16="http://schemas.microsoft.com/office/drawing/2014/main" id="{A7347480-9F70-4378-B138-B8B7C593F862}"/>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5" name="Textplatzhalter 9">
            <a:extLst>
              <a:ext uri="{FF2B5EF4-FFF2-40B4-BE49-F238E27FC236}">
                <a16:creationId xmlns:a16="http://schemas.microsoft.com/office/drawing/2014/main" id="{F2D9D4FD-EB70-4EB8-B80A-2EA29FBFE601}"/>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7503199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1E456C5F-B65F-48F2-9035-C0C288B7593A}"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388738" y="1631156"/>
            <a:ext cx="8366525"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6">
            <a:extLst>
              <a:ext uri="{FF2B5EF4-FFF2-40B4-BE49-F238E27FC236}">
                <a16:creationId xmlns:a16="http://schemas.microsoft.com/office/drawing/2014/main" id="{451A9BBC-9F96-4260-BC40-C6D3D23D6FB6}"/>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3" name="Textplatzhalter 9">
            <a:extLst>
              <a:ext uri="{FF2B5EF4-FFF2-40B4-BE49-F238E27FC236}">
                <a16:creationId xmlns:a16="http://schemas.microsoft.com/office/drawing/2014/main" id="{F57BDCD3-0281-4244-8EA0-F5395782D85D}"/>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910237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321D347C-36AC-484D-8585-6EDE7628A904}"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8603158" y="6634667"/>
            <a:ext cx="153889" cy="92333"/>
          </a:xfrm>
        </p:spPr>
        <p:txBody>
          <a:bodyPr/>
          <a:lstStyle/>
          <a:p>
            <a:fld id="{D949F9DF-37BD-4CD6-BF49-65BA579E1D7A}" type="slidenum">
              <a:rPr lang="de-DE" smtClean="0"/>
              <a:pPr/>
              <a:t>‹Nr.›</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388738" y="1631156"/>
            <a:ext cx="4102300"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6">
            <a:extLst>
              <a:ext uri="{FF2B5EF4-FFF2-40B4-BE49-F238E27FC236}">
                <a16:creationId xmlns:a16="http://schemas.microsoft.com/office/drawing/2014/main" id="{451A9BBC-9F96-4260-BC40-C6D3D23D6FB6}"/>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4654748" y="1631156"/>
            <a:ext cx="4102300" cy="4569619"/>
          </a:xfrm>
        </p:spPr>
        <p:txBody>
          <a:bodyPr/>
          <a:lstStyle/>
          <a:p>
            <a:pPr lvl="0"/>
            <a:r>
              <a:rPr lang="de-DE" dirty="0"/>
              <a:t> </a:t>
            </a:r>
          </a:p>
        </p:txBody>
      </p:sp>
      <p:sp>
        <p:nvSpPr>
          <p:cNvPr id="14" name="Textplatzhalter 9">
            <a:extLst>
              <a:ext uri="{FF2B5EF4-FFF2-40B4-BE49-F238E27FC236}">
                <a16:creationId xmlns:a16="http://schemas.microsoft.com/office/drawing/2014/main" id="{8B45CB1A-66FB-4C45-BAA6-D359C744CF90}"/>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5500536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7392B043-C23F-4CB5-8DEB-24C938D865FE}"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6078646" y="1631156"/>
            <a:ext cx="2678400" cy="4569620"/>
          </a:xfrm>
        </p:spPr>
        <p:txBody>
          <a:bodyPr rIns="18000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388738" y="1631157"/>
            <a:ext cx="5522814" cy="4569620"/>
          </a:xfrm>
        </p:spPr>
        <p:txBody>
          <a:bodyPr/>
          <a:lstStyle/>
          <a:p>
            <a:pPr lvl="0"/>
            <a:r>
              <a:rPr lang="de-DE" dirty="0"/>
              <a:t> </a:t>
            </a:r>
          </a:p>
        </p:txBody>
      </p:sp>
      <p:sp>
        <p:nvSpPr>
          <p:cNvPr id="11" name="Bildplatzhalter 6">
            <a:extLst>
              <a:ext uri="{FF2B5EF4-FFF2-40B4-BE49-F238E27FC236}">
                <a16:creationId xmlns:a16="http://schemas.microsoft.com/office/drawing/2014/main" id="{7CDDF36A-B7A5-4E95-A5D6-07C5FCED28B4}"/>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4" name="Textplatzhalter 9">
            <a:extLst>
              <a:ext uri="{FF2B5EF4-FFF2-40B4-BE49-F238E27FC236}">
                <a16:creationId xmlns:a16="http://schemas.microsoft.com/office/drawing/2014/main" id="{9E5D2714-EC07-4974-BFC0-E1EEC11C5404}"/>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223519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ur Titel | Blau">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9D0DE703-49D2-427D-8DB6-C22E18E4739D}"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‹Nr.›</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387900" y="6538526"/>
            <a:ext cx="8756100" cy="10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59" name="Rechteck 58">
            <a:extLst>
              <a:ext uri="{FF2B5EF4-FFF2-40B4-BE49-F238E27FC236}">
                <a16:creationId xmlns:a16="http://schemas.microsoft.com/office/drawing/2014/main" id="{F1925060-7FCF-4CBC-B0DA-0731E3E98579}"/>
              </a:ext>
            </a:extLst>
          </p:cNvPr>
          <p:cNvSpPr/>
          <p:nvPr userDrawn="1"/>
        </p:nvSpPr>
        <p:spPr>
          <a:xfrm>
            <a:off x="388800" y="1196733"/>
            <a:ext cx="8757047"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0" name="Bildplatzhalter 6">
            <a:extLst>
              <a:ext uri="{FF2B5EF4-FFF2-40B4-BE49-F238E27FC236}">
                <a16:creationId xmlns:a16="http://schemas.microsoft.com/office/drawing/2014/main" id="{93DCB95B-459E-4AC2-8E4B-6C459242A953}"/>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292893" y="160153"/>
            <a:ext cx="250031"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292893" y="1131703"/>
            <a:ext cx="250031"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292893" y="1491963"/>
            <a:ext cx="250031"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292893" y="3292188"/>
            <a:ext cx="250031"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292893" y="6063963"/>
            <a:ext cx="250031"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292893" y="6495763"/>
            <a:ext cx="250031"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169567" y="-282035"/>
            <a:ext cx="333375" cy="102606"/>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4273057" y="-282036"/>
            <a:ext cx="333375" cy="102603"/>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4652949" y="-397424"/>
            <a:ext cx="93680" cy="333375"/>
            <a:chOff x="6416679" y="-397424"/>
            <a:chExt cx="124907"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8543829" y="-282039"/>
            <a:ext cx="333375" cy="1026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5" name="Textplatzhalter 9">
            <a:extLst>
              <a:ext uri="{FF2B5EF4-FFF2-40B4-BE49-F238E27FC236}">
                <a16:creationId xmlns:a16="http://schemas.microsoft.com/office/drawing/2014/main" id="{DD322FE5-6632-4CD2-99F1-1B9DDBF7139E}"/>
              </a:ext>
            </a:extLst>
          </p:cNvPr>
          <p:cNvSpPr>
            <a:spLocks noGrp="1"/>
          </p:cNvSpPr>
          <p:nvPr>
            <p:ph type="body" sz="quarter" idx="37"/>
          </p:nvPr>
        </p:nvSpPr>
        <p:spPr>
          <a:xfrm>
            <a:off x="388738" y="611950"/>
            <a:ext cx="5133289" cy="218586"/>
          </a:xfrm>
        </p:spPr>
        <p:txBody>
          <a:bodyPr wrap="square">
            <a:spAutoFit/>
          </a:bodyPr>
          <a:lstStyle>
            <a:lvl1pPr>
              <a:defRPr sz="1400">
                <a:solidFill>
                  <a:schemeClr val="tx2"/>
                </a:solidFill>
              </a:defRPr>
            </a:lvl1pPr>
          </a:lstStyle>
          <a:p>
            <a:pPr lvl="0"/>
            <a:r>
              <a:rPr lang="de-DE" dirty="0"/>
              <a:t>Mastertextformat bearbeiten</a:t>
            </a:r>
          </a:p>
        </p:txBody>
      </p:sp>
      <p:pic>
        <p:nvPicPr>
          <p:cNvPr id="7" name="Grafik 6">
            <a:extLst>
              <a:ext uri="{FF2B5EF4-FFF2-40B4-BE49-F238E27FC236}">
                <a16:creationId xmlns:a16="http://schemas.microsoft.com/office/drawing/2014/main" id="{004917CA-F28D-4B67-9CC9-09D8F8D9E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75200" y="295200"/>
            <a:ext cx="1080000" cy="412430"/>
          </a:xfrm>
          <a:prstGeom prst="rect">
            <a:avLst/>
          </a:prstGeom>
        </p:spPr>
      </p:pic>
    </p:spTree>
    <p:extLst>
      <p:ext uri="{BB962C8B-B14F-4D97-AF65-F5344CB8AC3E}">
        <p14:creationId xmlns:p14="http://schemas.microsoft.com/office/powerpoint/2010/main" val="1935772721"/>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23B695A-07DF-48A6-B511-6EBF6A1BC88B}"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dirty="0"/>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Bildplatzhalter 6">
            <a:extLst>
              <a:ext uri="{FF2B5EF4-FFF2-40B4-BE49-F238E27FC236}">
                <a16:creationId xmlns:a16="http://schemas.microsoft.com/office/drawing/2014/main" id="{18B908A7-A1D8-4FB7-9CB4-BDC3E20D2B62}"/>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0" name="Textplatzhalter 9">
            <a:extLst>
              <a:ext uri="{FF2B5EF4-FFF2-40B4-BE49-F238E27FC236}">
                <a16:creationId xmlns:a16="http://schemas.microsoft.com/office/drawing/2014/main" id="{92D675CD-AEF9-40D8-9E51-B443137C3F26}"/>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6037930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724925FD-5ECE-407C-98A6-C9E13C48FCF2}" type="datetime4">
              <a:rPr lang="de-DE" smtClean="0"/>
              <a:t>18. März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388738" y="1631156"/>
            <a:ext cx="8368310"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35000" tIns="135000" rIns="135000" bIns="135000" rtlCol="0" anchor="ctr"/>
          <a:lstStyle/>
          <a:p>
            <a:pPr marL="0" marR="0" indent="0" algn="l" defTabSz="685800" rtl="0" eaLnBrk="1" fontAlgn="auto" latinLnBrk="0" hangingPunct="1">
              <a:lnSpc>
                <a:spcPct val="110000"/>
              </a:lnSpc>
              <a:spcBef>
                <a:spcPts val="0"/>
              </a:spcBef>
              <a:spcAft>
                <a:spcPts val="900"/>
              </a:spcAft>
              <a:buClrTx/>
              <a:buSzTx/>
              <a:buFont typeface="Arial" panose="020B0604020202020204" pitchFamily="34" charset="0"/>
              <a:buNone/>
              <a:tabLst/>
            </a:pPr>
            <a:endParaRPr kumimoji="0" lang="de-DE" sz="1200" b="0" i="0" u="none" strike="noStrike" kern="1200" cap="none" spc="0" normalizeH="0" baseline="0" noProof="0" dirty="0">
              <a:ln>
                <a:noFill/>
              </a:ln>
              <a:solidFill>
                <a:schemeClr val="bg1"/>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1872893" y="2835964"/>
            <a:ext cx="5400000" cy="2160000"/>
          </a:xfrm>
        </p:spPr>
        <p:txBody>
          <a:bodyPr rIns="0" anchor="ctr" anchorCtr="0">
            <a:normAutofit/>
          </a:bodyPr>
          <a:lstStyle>
            <a:lvl1pPr algn="ctr">
              <a:defRPr sz="1600" i="1">
                <a:solidFill>
                  <a:srgbClr val="041E42"/>
                </a:solidFill>
              </a:defRPr>
            </a:lvl1pPr>
            <a:lvl2pPr marL="0" indent="0">
              <a:buNone/>
              <a:defRPr/>
            </a:lvl2pPr>
          </a:lstStyle>
          <a:p>
            <a:pPr lvl="0"/>
            <a:r>
              <a:rPr lang="de-DE" dirty="0"/>
              <a:t>„Mastertextformat bearbeiten“</a:t>
            </a:r>
          </a:p>
        </p:txBody>
      </p:sp>
      <p:sp>
        <p:nvSpPr>
          <p:cNvPr id="10" name="Bildplatzhalter 6">
            <a:extLst>
              <a:ext uri="{FF2B5EF4-FFF2-40B4-BE49-F238E27FC236}">
                <a16:creationId xmlns:a16="http://schemas.microsoft.com/office/drawing/2014/main" id="{F862885B-685B-4384-B9F0-6266AD0BDA76}"/>
              </a:ext>
            </a:extLst>
          </p:cNvPr>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C6694BF9-6C56-4C82-A0DE-EEB0A7319BA2}"/>
              </a:ext>
            </a:extLst>
          </p:cNvPr>
          <p:cNvSpPr>
            <a:spLocks noGrp="1"/>
          </p:cNvSpPr>
          <p:nvPr>
            <p:ph type="body" sz="quarter" idx="37"/>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015582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60" name="Rechteck 59">
            <a:extLst>
              <a:ext uri="{FF2B5EF4-FFF2-40B4-BE49-F238E27FC236}">
                <a16:creationId xmlns:a16="http://schemas.microsoft.com/office/drawing/2014/main" id="{CBD8B083-79E8-44E1-BA43-E993160F02E1}"/>
              </a:ext>
            </a:extLst>
          </p:cNvPr>
          <p:cNvSpPr/>
          <p:nvPr userDrawn="1"/>
        </p:nvSpPr>
        <p:spPr>
          <a:xfrm>
            <a:off x="388800" y="1196733"/>
            <a:ext cx="8757047"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388738" y="2726052"/>
            <a:ext cx="8368309" cy="1405898"/>
          </a:xfrm>
        </p:spPr>
        <p:txBody>
          <a:bodyPr vert="horz" wrap="square" lIns="0" tIns="0" rIns="360000" bIns="0" rtlCol="0" anchor="ctr" anchorCtr="0">
            <a:spAutoFit/>
          </a:bodyPr>
          <a:lstStyle>
            <a:lvl1pPr>
              <a:spcAft>
                <a:spcPts val="0"/>
              </a:spcAft>
              <a:defRPr lang="de-DE" sz="4320" b="1" dirty="0" smtClean="0">
                <a:latin typeface="+mj-lt"/>
                <a:ea typeface="+mj-ea"/>
                <a:cs typeface="+mj-cs"/>
              </a:defRPr>
            </a:lvl1pPr>
          </a:lstStyle>
          <a:p>
            <a:pPr lvl="0">
              <a:spcBef>
                <a:spcPct val="0"/>
              </a:spcBef>
            </a:pPr>
            <a:r>
              <a:rPr lang="de-DE" dirty="0"/>
              <a:t>Vielen Dank</a:t>
            </a:r>
            <a:br>
              <a:rPr lang="de-DE" dirty="0"/>
            </a:br>
            <a:r>
              <a:rPr lang="de-DE" dirty="0"/>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292893" y="160153"/>
            <a:ext cx="250031"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292893" y="1131703"/>
            <a:ext cx="250031"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292893" y="1491963"/>
            <a:ext cx="250031"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292893" y="3292188"/>
            <a:ext cx="250031"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292893" y="6063963"/>
            <a:ext cx="250031"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292893" y="6495763"/>
            <a:ext cx="250031"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169567" y="-282035"/>
            <a:ext cx="333375" cy="102606"/>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4273057" y="-282036"/>
            <a:ext cx="333375" cy="102603"/>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4652949" y="-397424"/>
            <a:ext cx="93680" cy="333375"/>
            <a:chOff x="6416679" y="-397424"/>
            <a:chExt cx="124907"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8543829" y="-282039"/>
            <a:ext cx="333375" cy="1026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4" name="Grafik 3">
            <a:extLst>
              <a:ext uri="{FF2B5EF4-FFF2-40B4-BE49-F238E27FC236}">
                <a16:creationId xmlns:a16="http://schemas.microsoft.com/office/drawing/2014/main" id="{EBC073C6-C351-4E47-A02E-749AE423EAC7}"/>
              </a:ext>
            </a:extLst>
          </p:cNvPr>
          <p:cNvGrpSpPr/>
          <p:nvPr userDrawn="1"/>
        </p:nvGrpSpPr>
        <p:grpSpPr>
          <a:xfrm>
            <a:off x="380207" y="293688"/>
            <a:ext cx="2594512" cy="327278"/>
            <a:chOff x="2242184" y="2525076"/>
            <a:chExt cx="7709534" cy="972502"/>
          </a:xfrm>
          <a:solidFill>
            <a:schemeClr val="tx1"/>
          </a:solidFill>
        </p:grpSpPr>
        <p:sp>
          <p:nvSpPr>
            <p:cNvPr id="95" name="Freihandform: Form 190">
              <a:extLst>
                <a:ext uri="{FF2B5EF4-FFF2-40B4-BE49-F238E27FC236}">
                  <a16:creationId xmlns:a16="http://schemas.microsoft.com/office/drawing/2014/main" id="{21A6239F-90DD-3240-B293-55B453D7FBFB}"/>
                </a:ext>
              </a:extLst>
            </p:cNvPr>
            <p:cNvSpPr/>
            <p:nvPr/>
          </p:nvSpPr>
          <p:spPr>
            <a:xfrm>
              <a:off x="2269806" y="2545079"/>
              <a:ext cx="232409" cy="369569"/>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6" name="Freihandform: Form 191">
              <a:extLst>
                <a:ext uri="{FF2B5EF4-FFF2-40B4-BE49-F238E27FC236}">
                  <a16:creationId xmlns:a16="http://schemas.microsoft.com/office/drawing/2014/main" id="{C01F47A9-7F13-3C42-8C50-CE4C3EB2862F}"/>
                </a:ext>
              </a:extLst>
            </p:cNvPr>
            <p:cNvSpPr/>
            <p:nvPr/>
          </p:nvSpPr>
          <p:spPr>
            <a:xfrm>
              <a:off x="2538412"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7" name="Freihandform: Form 192">
              <a:extLst>
                <a:ext uri="{FF2B5EF4-FFF2-40B4-BE49-F238E27FC236}">
                  <a16:creationId xmlns:a16="http://schemas.microsoft.com/office/drawing/2014/main" id="{7E30473E-4C8F-5447-9CA0-386A5F30CC7C}"/>
                </a:ext>
              </a:extLst>
            </p:cNvPr>
            <p:cNvSpPr/>
            <p:nvPr/>
          </p:nvSpPr>
          <p:spPr>
            <a:xfrm>
              <a:off x="2743199" y="2528887"/>
              <a:ext cx="79057" cy="384810"/>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8" name="Freihandform: Form 193">
              <a:extLst>
                <a:ext uri="{FF2B5EF4-FFF2-40B4-BE49-F238E27FC236}">
                  <a16:creationId xmlns:a16="http://schemas.microsoft.com/office/drawing/2014/main" id="{3D40ED8E-33E3-574C-9EE2-783E54E01B37}"/>
                </a:ext>
              </a:extLst>
            </p:cNvPr>
            <p:cNvSpPr/>
            <p:nvPr/>
          </p:nvSpPr>
          <p:spPr>
            <a:xfrm>
              <a:off x="2879407" y="2641281"/>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9" name="Freihandform: Form 194">
              <a:extLst>
                <a:ext uri="{FF2B5EF4-FFF2-40B4-BE49-F238E27FC236}">
                  <a16:creationId xmlns:a16="http://schemas.microsoft.com/office/drawing/2014/main" id="{0B69BF0E-7906-C049-AA8B-72B4C3ED4B02}"/>
                </a:ext>
              </a:extLst>
            </p:cNvPr>
            <p:cNvSpPr/>
            <p:nvPr/>
          </p:nvSpPr>
          <p:spPr>
            <a:xfrm>
              <a:off x="3177539" y="2525076"/>
              <a:ext cx="248602" cy="396239"/>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00" name="Freihandform: Form 195">
              <a:extLst>
                <a:ext uri="{FF2B5EF4-FFF2-40B4-BE49-F238E27FC236}">
                  <a16:creationId xmlns:a16="http://schemas.microsoft.com/office/drawing/2014/main" id="{CA596992-1F3A-7840-B25A-A515DD2FD012}"/>
                </a:ext>
              </a:extLst>
            </p:cNvPr>
            <p:cNvSpPr/>
            <p:nvPr/>
          </p:nvSpPr>
          <p:spPr>
            <a:xfrm>
              <a:off x="3509009"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1" name="Freihandform: Form 196">
              <a:extLst>
                <a:ext uri="{FF2B5EF4-FFF2-40B4-BE49-F238E27FC236}">
                  <a16:creationId xmlns:a16="http://schemas.microsoft.com/office/drawing/2014/main" id="{0C67EAFF-7D77-9348-BD30-E884DC7E7191}"/>
                </a:ext>
              </a:extLst>
            </p:cNvPr>
            <p:cNvSpPr/>
            <p:nvPr/>
          </p:nvSpPr>
          <p:spPr>
            <a:xfrm>
              <a:off x="3712844" y="2528887"/>
              <a:ext cx="79057" cy="384810"/>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2" name="Freihandform: Form 197">
              <a:extLst>
                <a:ext uri="{FF2B5EF4-FFF2-40B4-BE49-F238E27FC236}">
                  <a16:creationId xmlns:a16="http://schemas.microsoft.com/office/drawing/2014/main" id="{4940F7CC-CB13-C74D-B1A8-F6AC702514A6}"/>
                </a:ext>
              </a:extLst>
            </p:cNvPr>
            <p:cNvSpPr/>
            <p:nvPr/>
          </p:nvSpPr>
          <p:spPr>
            <a:xfrm>
              <a:off x="3850957" y="2640329"/>
              <a:ext cx="224789" cy="280034"/>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3" name="Freihandform: Form 198">
              <a:extLst>
                <a:ext uri="{FF2B5EF4-FFF2-40B4-BE49-F238E27FC236}">
                  <a16:creationId xmlns:a16="http://schemas.microsoft.com/office/drawing/2014/main" id="{3A080EBC-5B2D-6746-8291-16111C01C226}"/>
                </a:ext>
              </a:extLst>
            </p:cNvPr>
            <p:cNvSpPr/>
            <p:nvPr/>
          </p:nvSpPr>
          <p:spPr>
            <a:xfrm>
              <a:off x="4129087" y="2525076"/>
              <a:ext cx="229552" cy="389572"/>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4" name="Freihandform: Form 199">
              <a:extLst>
                <a:ext uri="{FF2B5EF4-FFF2-40B4-BE49-F238E27FC236}">
                  <a16:creationId xmlns:a16="http://schemas.microsoft.com/office/drawing/2014/main" id="{ADFC546C-C446-8945-940A-B59914298DFD}"/>
                </a:ext>
              </a:extLst>
            </p:cNvPr>
            <p:cNvSpPr/>
            <p:nvPr/>
          </p:nvSpPr>
          <p:spPr>
            <a:xfrm>
              <a:off x="4430077" y="2721291"/>
              <a:ext cx="130492" cy="59055"/>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5" name="Freihandform: Form 200">
              <a:extLst>
                <a:ext uri="{FF2B5EF4-FFF2-40B4-BE49-F238E27FC236}">
                  <a16:creationId xmlns:a16="http://schemas.microsoft.com/office/drawing/2014/main" id="{55D37AD5-EF33-AB45-8D35-E2BB0CB1AA05}"/>
                </a:ext>
              </a:extLst>
            </p:cNvPr>
            <p:cNvSpPr/>
            <p:nvPr/>
          </p:nvSpPr>
          <p:spPr>
            <a:xfrm>
              <a:off x="4593906" y="2545079"/>
              <a:ext cx="342900" cy="368617"/>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6" name="Freihandform: Form 201">
              <a:extLst>
                <a:ext uri="{FF2B5EF4-FFF2-40B4-BE49-F238E27FC236}">
                  <a16:creationId xmlns:a16="http://schemas.microsoft.com/office/drawing/2014/main" id="{91501E29-AAAB-9941-ADE9-99A950BC5F47}"/>
                </a:ext>
              </a:extLst>
            </p:cNvPr>
            <p:cNvSpPr/>
            <p:nvPr/>
          </p:nvSpPr>
          <p:spPr>
            <a:xfrm>
              <a:off x="4992052" y="2525076"/>
              <a:ext cx="61912" cy="388620"/>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7" name="Freihandform: Form 202">
              <a:extLst>
                <a:ext uri="{FF2B5EF4-FFF2-40B4-BE49-F238E27FC236}">
                  <a16:creationId xmlns:a16="http://schemas.microsoft.com/office/drawing/2014/main" id="{87E0752F-594E-A24C-A342-B1A0655BEE48}"/>
                </a:ext>
              </a:extLst>
            </p:cNvPr>
            <p:cNvSpPr/>
            <p:nvPr/>
          </p:nvSpPr>
          <p:spPr>
            <a:xfrm>
              <a:off x="5120639" y="2641281"/>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8" name="Freihandform: Form 203">
              <a:extLst>
                <a:ext uri="{FF2B5EF4-FFF2-40B4-BE49-F238E27FC236}">
                  <a16:creationId xmlns:a16="http://schemas.microsoft.com/office/drawing/2014/main" id="{185983AC-0F65-044C-9FB7-4066C3665239}"/>
                </a:ext>
              </a:extLst>
            </p:cNvPr>
            <p:cNvSpPr/>
            <p:nvPr/>
          </p:nvSpPr>
          <p:spPr>
            <a:xfrm>
              <a:off x="5397817" y="2646997"/>
              <a:ext cx="255269" cy="266700"/>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9" name="Freihandform: Form 204">
              <a:extLst>
                <a:ext uri="{FF2B5EF4-FFF2-40B4-BE49-F238E27FC236}">
                  <a16:creationId xmlns:a16="http://schemas.microsoft.com/office/drawing/2014/main" id="{A13426F2-37DE-D942-AA8A-2FB6BBC4CF6D}"/>
                </a:ext>
              </a:extLst>
            </p:cNvPr>
            <p:cNvSpPr/>
            <p:nvPr/>
          </p:nvSpPr>
          <p:spPr>
            <a:xfrm>
              <a:off x="5686407" y="2641281"/>
              <a:ext cx="225759" cy="279082"/>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10" name="Freihandform: Form 205">
              <a:extLst>
                <a:ext uri="{FF2B5EF4-FFF2-40B4-BE49-F238E27FC236}">
                  <a16:creationId xmlns:a16="http://schemas.microsoft.com/office/drawing/2014/main" id="{2D84B627-D2B6-AE46-846E-7D098A6B0AAF}"/>
                </a:ext>
              </a:extLst>
            </p:cNvPr>
            <p:cNvSpPr/>
            <p:nvPr/>
          </p:nvSpPr>
          <p:spPr>
            <a:xfrm>
              <a:off x="5991224" y="2641281"/>
              <a:ext cx="229552" cy="27336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11" name="Freihandform: Form 206">
              <a:extLst>
                <a:ext uri="{FF2B5EF4-FFF2-40B4-BE49-F238E27FC236}">
                  <a16:creationId xmlns:a16="http://schemas.microsoft.com/office/drawing/2014/main" id="{E2771505-6BDA-194A-AC5F-AD995009F952}"/>
                </a:ext>
              </a:extLst>
            </p:cNvPr>
            <p:cNvSpPr/>
            <p:nvPr/>
          </p:nvSpPr>
          <p:spPr>
            <a:xfrm>
              <a:off x="6286499" y="2525076"/>
              <a:ext cx="248602" cy="396239"/>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2" name="Freihandform: Form 207">
              <a:extLst>
                <a:ext uri="{FF2B5EF4-FFF2-40B4-BE49-F238E27FC236}">
                  <a16:creationId xmlns:a16="http://schemas.microsoft.com/office/drawing/2014/main" id="{969ACC08-07BB-D143-A170-D5A3FB45B50C}"/>
                </a:ext>
              </a:extLst>
            </p:cNvPr>
            <p:cNvSpPr/>
            <p:nvPr/>
          </p:nvSpPr>
          <p:spPr>
            <a:xfrm>
              <a:off x="6602729" y="2641281"/>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3" name="Freihandform: Form 208">
              <a:extLst>
                <a:ext uri="{FF2B5EF4-FFF2-40B4-BE49-F238E27FC236}">
                  <a16:creationId xmlns:a16="http://schemas.microsoft.com/office/drawing/2014/main" id="{5AA0AB42-75EF-994F-BF5B-AB3D60254915}"/>
                </a:ext>
              </a:extLst>
            </p:cNvPr>
            <p:cNvSpPr/>
            <p:nvPr/>
          </p:nvSpPr>
          <p:spPr>
            <a:xfrm>
              <a:off x="6916101"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2" name="Freihandform: Form 209">
              <a:extLst>
                <a:ext uri="{FF2B5EF4-FFF2-40B4-BE49-F238E27FC236}">
                  <a16:creationId xmlns:a16="http://schemas.microsoft.com/office/drawing/2014/main" id="{66F6A80D-F3C9-F642-B852-917FD52C9757}"/>
                </a:ext>
              </a:extLst>
            </p:cNvPr>
            <p:cNvSpPr/>
            <p:nvPr/>
          </p:nvSpPr>
          <p:spPr>
            <a:xfrm>
              <a:off x="7115174"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3" name="Freihandform: Form 210">
              <a:extLst>
                <a:ext uri="{FF2B5EF4-FFF2-40B4-BE49-F238E27FC236}">
                  <a16:creationId xmlns:a16="http://schemas.microsoft.com/office/drawing/2014/main" id="{C1A93574-4721-4241-889C-E5058ED4F2A9}"/>
                </a:ext>
              </a:extLst>
            </p:cNvPr>
            <p:cNvSpPr/>
            <p:nvPr/>
          </p:nvSpPr>
          <p:spPr>
            <a:xfrm>
              <a:off x="7324724" y="2545079"/>
              <a:ext cx="288607" cy="375284"/>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4" name="Freihandform: Form 211">
              <a:extLst>
                <a:ext uri="{FF2B5EF4-FFF2-40B4-BE49-F238E27FC236}">
                  <a16:creationId xmlns:a16="http://schemas.microsoft.com/office/drawing/2014/main" id="{E3F04F16-36B4-F047-83D3-6F9E270599CC}"/>
                </a:ext>
              </a:extLst>
            </p:cNvPr>
            <p:cNvSpPr/>
            <p:nvPr/>
          </p:nvSpPr>
          <p:spPr>
            <a:xfrm>
              <a:off x="7697151" y="2641281"/>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5" name="Freihandform: Form 212">
              <a:extLst>
                <a:ext uri="{FF2B5EF4-FFF2-40B4-BE49-F238E27FC236}">
                  <a16:creationId xmlns:a16="http://schemas.microsoft.com/office/drawing/2014/main" id="{6CF206A1-B194-F54E-8D57-5C2BBBC7BBF7}"/>
                </a:ext>
              </a:extLst>
            </p:cNvPr>
            <p:cNvSpPr/>
            <p:nvPr/>
          </p:nvSpPr>
          <p:spPr>
            <a:xfrm>
              <a:off x="7996237" y="2528887"/>
              <a:ext cx="79057" cy="384810"/>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6" name="Freihandform: Form 213">
              <a:extLst>
                <a:ext uri="{FF2B5EF4-FFF2-40B4-BE49-F238E27FC236}">
                  <a16:creationId xmlns:a16="http://schemas.microsoft.com/office/drawing/2014/main" id="{6B72E0E4-CFBF-4D48-BB0B-541E6BC62028}"/>
                </a:ext>
              </a:extLst>
            </p:cNvPr>
            <p:cNvSpPr/>
            <p:nvPr/>
          </p:nvSpPr>
          <p:spPr>
            <a:xfrm>
              <a:off x="8119109" y="2647949"/>
              <a:ext cx="259079" cy="266700"/>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7" name="Freihandform: Form 214">
              <a:extLst>
                <a:ext uri="{FF2B5EF4-FFF2-40B4-BE49-F238E27FC236}">
                  <a16:creationId xmlns:a16="http://schemas.microsoft.com/office/drawing/2014/main" id="{725EF8DB-42B4-E842-8924-12E34524E90C}"/>
                </a:ext>
              </a:extLst>
            </p:cNvPr>
            <p:cNvSpPr/>
            <p:nvPr/>
          </p:nvSpPr>
          <p:spPr>
            <a:xfrm>
              <a:off x="8406764"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8" name="Freihandform: Form 215">
              <a:extLst>
                <a:ext uri="{FF2B5EF4-FFF2-40B4-BE49-F238E27FC236}">
                  <a16:creationId xmlns:a16="http://schemas.microsoft.com/office/drawing/2014/main" id="{1FF4F9AE-5E8A-C944-BCD8-D4012301D689}"/>
                </a:ext>
              </a:extLst>
            </p:cNvPr>
            <p:cNvSpPr/>
            <p:nvPr/>
          </p:nvSpPr>
          <p:spPr>
            <a:xfrm>
              <a:off x="8720137" y="2641039"/>
              <a:ext cx="160019" cy="272657"/>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9" name="Freihandform: Form 216">
              <a:extLst>
                <a:ext uri="{FF2B5EF4-FFF2-40B4-BE49-F238E27FC236}">
                  <a16:creationId xmlns:a16="http://schemas.microsoft.com/office/drawing/2014/main" id="{FD62D4EF-91E8-1B48-814C-D05F18C6F6EF}"/>
                </a:ext>
              </a:extLst>
            </p:cNvPr>
            <p:cNvSpPr/>
            <p:nvPr/>
          </p:nvSpPr>
          <p:spPr>
            <a:xfrm>
              <a:off x="8909684" y="2640329"/>
              <a:ext cx="205739" cy="280034"/>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70" name="Freihandform: Form 217">
              <a:extLst>
                <a:ext uri="{FF2B5EF4-FFF2-40B4-BE49-F238E27FC236}">
                  <a16:creationId xmlns:a16="http://schemas.microsoft.com/office/drawing/2014/main" id="{03883C13-6B26-1E43-83FE-3D039C04F8EA}"/>
                </a:ext>
              </a:extLst>
            </p:cNvPr>
            <p:cNvSpPr/>
            <p:nvPr/>
          </p:nvSpPr>
          <p:spPr>
            <a:xfrm>
              <a:off x="9173526" y="2528887"/>
              <a:ext cx="79057" cy="384810"/>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1" name="Freihandform: Form 218">
              <a:extLst>
                <a:ext uri="{FF2B5EF4-FFF2-40B4-BE49-F238E27FC236}">
                  <a16:creationId xmlns:a16="http://schemas.microsoft.com/office/drawing/2014/main" id="{788A0430-955A-7849-95A9-113C312C606F}"/>
                </a:ext>
              </a:extLst>
            </p:cNvPr>
            <p:cNvSpPr/>
            <p:nvPr/>
          </p:nvSpPr>
          <p:spPr>
            <a:xfrm>
              <a:off x="9297351" y="2562224"/>
              <a:ext cx="165735" cy="358139"/>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2" name="Freihandform: Form 219">
              <a:extLst>
                <a:ext uri="{FF2B5EF4-FFF2-40B4-BE49-F238E27FC236}">
                  <a16:creationId xmlns:a16="http://schemas.microsoft.com/office/drawing/2014/main" id="{9B177171-3AAB-8946-9FE6-F2EA48C24436}"/>
                </a:ext>
              </a:extLst>
            </p:cNvPr>
            <p:cNvSpPr/>
            <p:nvPr/>
          </p:nvSpPr>
          <p:spPr>
            <a:xfrm>
              <a:off x="9511664" y="2533649"/>
              <a:ext cx="225742" cy="386714"/>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3" name="Freihandform: Form 220">
              <a:extLst>
                <a:ext uri="{FF2B5EF4-FFF2-40B4-BE49-F238E27FC236}">
                  <a16:creationId xmlns:a16="http://schemas.microsoft.com/office/drawing/2014/main" id="{12E0B25E-BA81-1E42-A44E-AB7E12B1BAA7}"/>
                </a:ext>
              </a:extLst>
            </p:cNvPr>
            <p:cNvSpPr/>
            <p:nvPr/>
          </p:nvSpPr>
          <p:spPr>
            <a:xfrm>
              <a:off x="9785984" y="2562224"/>
              <a:ext cx="165734" cy="358139"/>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4" name="Freihandform: Form 221">
              <a:extLst>
                <a:ext uri="{FF2B5EF4-FFF2-40B4-BE49-F238E27FC236}">
                  <a16:creationId xmlns:a16="http://schemas.microsoft.com/office/drawing/2014/main" id="{E1C04439-6196-A445-BF1B-4F015721BF26}"/>
                </a:ext>
              </a:extLst>
            </p:cNvPr>
            <p:cNvSpPr/>
            <p:nvPr/>
          </p:nvSpPr>
          <p:spPr>
            <a:xfrm>
              <a:off x="2242184" y="3122294"/>
              <a:ext cx="275272" cy="368617"/>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grpFill/>
            <a:ln w="9525" cap="flat">
              <a:noFill/>
              <a:prstDash val="solid"/>
              <a:miter/>
            </a:ln>
          </p:spPr>
          <p:txBody>
            <a:bodyPr rtlCol="0" anchor="ctr"/>
            <a:lstStyle/>
            <a:p>
              <a:endParaRPr lang="de-DE"/>
            </a:p>
          </p:txBody>
        </p:sp>
        <p:sp>
          <p:nvSpPr>
            <p:cNvPr id="175" name="Freihandform: Form 222">
              <a:extLst>
                <a:ext uri="{FF2B5EF4-FFF2-40B4-BE49-F238E27FC236}">
                  <a16:creationId xmlns:a16="http://schemas.microsoft.com/office/drawing/2014/main" id="{7329FCED-BF8E-7745-82B4-546904906EC7}"/>
                </a:ext>
              </a:extLst>
            </p:cNvPr>
            <p:cNvSpPr/>
            <p:nvPr/>
          </p:nvSpPr>
          <p:spPr>
            <a:xfrm>
              <a:off x="2519362" y="3217544"/>
              <a:ext cx="242887" cy="279082"/>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176" name="Freihandform: Form 223">
              <a:extLst>
                <a:ext uri="{FF2B5EF4-FFF2-40B4-BE49-F238E27FC236}">
                  <a16:creationId xmlns:a16="http://schemas.microsoft.com/office/drawing/2014/main" id="{3B528201-4092-0645-84BB-187C02E39F6F}"/>
                </a:ext>
              </a:extLst>
            </p:cNvPr>
            <p:cNvSpPr/>
            <p:nvPr/>
          </p:nvSpPr>
          <p:spPr>
            <a:xfrm>
              <a:off x="2816541"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grpFill/>
            <a:ln w="9525" cap="flat">
              <a:noFill/>
              <a:prstDash val="solid"/>
              <a:miter/>
            </a:ln>
          </p:spPr>
          <p:txBody>
            <a:bodyPr rtlCol="0" anchor="ctr"/>
            <a:lstStyle/>
            <a:p>
              <a:endParaRPr lang="de-DE"/>
            </a:p>
          </p:txBody>
        </p:sp>
        <p:sp>
          <p:nvSpPr>
            <p:cNvPr id="177" name="Freihandform: Form 224">
              <a:extLst>
                <a:ext uri="{FF2B5EF4-FFF2-40B4-BE49-F238E27FC236}">
                  <a16:creationId xmlns:a16="http://schemas.microsoft.com/office/drawing/2014/main" id="{B774FF21-201B-3445-BDB9-402E89F97A64}"/>
                </a:ext>
              </a:extLst>
            </p:cNvPr>
            <p:cNvSpPr/>
            <p:nvPr/>
          </p:nvSpPr>
          <p:spPr>
            <a:xfrm>
              <a:off x="3095624" y="3101339"/>
              <a:ext cx="228600" cy="389572"/>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grpFill/>
            <a:ln w="9525" cap="flat">
              <a:noFill/>
              <a:prstDash val="solid"/>
              <a:miter/>
            </a:ln>
          </p:spPr>
          <p:txBody>
            <a:bodyPr rtlCol="0" anchor="ctr"/>
            <a:lstStyle/>
            <a:p>
              <a:endParaRPr lang="de-DE"/>
            </a:p>
          </p:txBody>
        </p:sp>
        <p:sp>
          <p:nvSpPr>
            <p:cNvPr id="178" name="Freihandform: Form 225">
              <a:extLst>
                <a:ext uri="{FF2B5EF4-FFF2-40B4-BE49-F238E27FC236}">
                  <a16:creationId xmlns:a16="http://schemas.microsoft.com/office/drawing/2014/main" id="{6F95C9ED-5D74-9D43-AAB2-14C21C864001}"/>
                </a:ext>
              </a:extLst>
            </p:cNvPr>
            <p:cNvSpPr/>
            <p:nvPr/>
          </p:nvSpPr>
          <p:spPr>
            <a:xfrm>
              <a:off x="3404234" y="321754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grpFill/>
            <a:ln w="9525" cap="flat">
              <a:noFill/>
              <a:prstDash val="solid"/>
              <a:miter/>
            </a:ln>
          </p:spPr>
          <p:txBody>
            <a:bodyPr rtlCol="0" anchor="ctr"/>
            <a:lstStyle/>
            <a:p>
              <a:endParaRPr lang="de-DE"/>
            </a:p>
          </p:txBody>
        </p:sp>
        <p:sp>
          <p:nvSpPr>
            <p:cNvPr id="179" name="Freihandform: Form 226">
              <a:extLst>
                <a:ext uri="{FF2B5EF4-FFF2-40B4-BE49-F238E27FC236}">
                  <a16:creationId xmlns:a16="http://schemas.microsoft.com/office/drawing/2014/main" id="{16F16592-EE99-4343-9174-3A4C42583534}"/>
                </a:ext>
              </a:extLst>
            </p:cNvPr>
            <p:cNvSpPr/>
            <p:nvPr/>
          </p:nvSpPr>
          <p:spPr>
            <a:xfrm>
              <a:off x="3703319" y="3105149"/>
              <a:ext cx="79057" cy="384809"/>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grpFill/>
            <a:ln w="9525" cap="flat">
              <a:noFill/>
              <a:prstDash val="solid"/>
              <a:miter/>
            </a:ln>
          </p:spPr>
          <p:txBody>
            <a:bodyPr rtlCol="0" anchor="ctr"/>
            <a:lstStyle/>
            <a:p>
              <a:endParaRPr lang="de-DE"/>
            </a:p>
          </p:txBody>
        </p:sp>
        <p:sp>
          <p:nvSpPr>
            <p:cNvPr id="180" name="Freihandform: Form 227">
              <a:extLst>
                <a:ext uri="{FF2B5EF4-FFF2-40B4-BE49-F238E27FC236}">
                  <a16:creationId xmlns:a16="http://schemas.microsoft.com/office/drawing/2014/main" id="{0AFCBB3B-2B8A-F44C-9A3C-CC9E36EFC6AC}"/>
                </a:ext>
              </a:extLst>
            </p:cNvPr>
            <p:cNvSpPr/>
            <p:nvPr/>
          </p:nvSpPr>
          <p:spPr>
            <a:xfrm>
              <a:off x="3830954"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181" name="Freihandform: Form 228">
              <a:extLst>
                <a:ext uri="{FF2B5EF4-FFF2-40B4-BE49-F238E27FC236}">
                  <a16:creationId xmlns:a16="http://schemas.microsoft.com/office/drawing/2014/main" id="{9D3633B0-C52E-A845-AC23-E0F497388CBF}"/>
                </a:ext>
              </a:extLst>
            </p:cNvPr>
            <p:cNvSpPr/>
            <p:nvPr/>
          </p:nvSpPr>
          <p:spPr>
            <a:xfrm>
              <a:off x="4087177"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182" name="Freihandform: Form 229">
              <a:extLst>
                <a:ext uri="{FF2B5EF4-FFF2-40B4-BE49-F238E27FC236}">
                  <a16:creationId xmlns:a16="http://schemas.microsoft.com/office/drawing/2014/main" id="{5EB3B6A8-DD94-444E-9EBD-EF24DF9E76FE}"/>
                </a:ext>
              </a:extLst>
            </p:cNvPr>
            <p:cNvSpPr/>
            <p:nvPr/>
          </p:nvSpPr>
          <p:spPr>
            <a:xfrm>
              <a:off x="4366259" y="3101339"/>
              <a:ext cx="228600" cy="389572"/>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grpFill/>
            <a:ln w="9525" cap="flat">
              <a:noFill/>
              <a:prstDash val="solid"/>
              <a:miter/>
            </a:ln>
          </p:spPr>
          <p:txBody>
            <a:bodyPr rtlCol="0" anchor="ctr"/>
            <a:lstStyle/>
            <a:p>
              <a:endParaRPr lang="de-DE"/>
            </a:p>
          </p:txBody>
        </p:sp>
        <p:sp>
          <p:nvSpPr>
            <p:cNvPr id="183" name="Freihandform: Form 230">
              <a:extLst>
                <a:ext uri="{FF2B5EF4-FFF2-40B4-BE49-F238E27FC236}">
                  <a16:creationId xmlns:a16="http://schemas.microsoft.com/office/drawing/2014/main" id="{0F82C0A2-26EB-014B-A81D-7F62DCA8E765}"/>
                </a:ext>
              </a:extLst>
            </p:cNvPr>
            <p:cNvSpPr/>
            <p:nvPr/>
          </p:nvSpPr>
          <p:spPr>
            <a:xfrm>
              <a:off x="4659629"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184" name="Freihandform: Form 231">
              <a:extLst>
                <a:ext uri="{FF2B5EF4-FFF2-40B4-BE49-F238E27FC236}">
                  <a16:creationId xmlns:a16="http://schemas.microsoft.com/office/drawing/2014/main" id="{814CE1A7-61CA-C848-A0CD-79DA300FAE04}"/>
                </a:ext>
              </a:extLst>
            </p:cNvPr>
            <p:cNvSpPr/>
            <p:nvPr/>
          </p:nvSpPr>
          <p:spPr>
            <a:xfrm>
              <a:off x="5130164" y="3122294"/>
              <a:ext cx="231457" cy="368617"/>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grpFill/>
            <a:ln w="9525" cap="flat">
              <a:noFill/>
              <a:prstDash val="solid"/>
              <a:miter/>
            </a:ln>
          </p:spPr>
          <p:txBody>
            <a:bodyPr rtlCol="0" anchor="ctr"/>
            <a:lstStyle/>
            <a:p>
              <a:endParaRPr lang="de-DE"/>
            </a:p>
          </p:txBody>
        </p:sp>
        <p:sp>
          <p:nvSpPr>
            <p:cNvPr id="185" name="Freihandform: Form 232">
              <a:extLst>
                <a:ext uri="{FF2B5EF4-FFF2-40B4-BE49-F238E27FC236}">
                  <a16:creationId xmlns:a16="http://schemas.microsoft.com/office/drawing/2014/main" id="{779EDB57-4221-994E-ADD9-857882E4B169}"/>
                </a:ext>
              </a:extLst>
            </p:cNvPr>
            <p:cNvSpPr/>
            <p:nvPr/>
          </p:nvSpPr>
          <p:spPr>
            <a:xfrm>
              <a:off x="5373052" y="3217544"/>
              <a:ext cx="226694" cy="279082"/>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grpFill/>
            <a:ln w="9525" cap="flat">
              <a:noFill/>
              <a:prstDash val="solid"/>
              <a:miter/>
            </a:ln>
          </p:spPr>
          <p:txBody>
            <a:bodyPr rtlCol="0" anchor="ctr"/>
            <a:lstStyle/>
            <a:p>
              <a:endParaRPr lang="de-DE"/>
            </a:p>
          </p:txBody>
        </p:sp>
        <p:sp>
          <p:nvSpPr>
            <p:cNvPr id="186" name="Freihandform: Form 233">
              <a:extLst>
                <a:ext uri="{FF2B5EF4-FFF2-40B4-BE49-F238E27FC236}">
                  <a16:creationId xmlns:a16="http://schemas.microsoft.com/office/drawing/2014/main" id="{D1FE7DEA-D303-CF4D-9D6C-E2F7EC71A09F}"/>
                </a:ext>
              </a:extLst>
            </p:cNvPr>
            <p:cNvSpPr/>
            <p:nvPr/>
          </p:nvSpPr>
          <p:spPr>
            <a:xfrm>
              <a:off x="5678804" y="3101339"/>
              <a:ext cx="234314" cy="389572"/>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grpFill/>
            <a:ln w="9525" cap="flat">
              <a:noFill/>
              <a:prstDash val="solid"/>
              <a:miter/>
            </a:ln>
          </p:spPr>
          <p:txBody>
            <a:bodyPr rtlCol="0" anchor="ctr"/>
            <a:lstStyle/>
            <a:p>
              <a:endParaRPr lang="de-DE"/>
            </a:p>
          </p:txBody>
        </p:sp>
        <p:sp>
          <p:nvSpPr>
            <p:cNvPr id="187" name="Freihandform: Form 234">
              <a:extLst>
                <a:ext uri="{FF2B5EF4-FFF2-40B4-BE49-F238E27FC236}">
                  <a16:creationId xmlns:a16="http://schemas.microsoft.com/office/drawing/2014/main" id="{D9E80069-D7BF-D649-A866-3FF347627391}"/>
                </a:ext>
              </a:extLst>
            </p:cNvPr>
            <p:cNvSpPr/>
            <p:nvPr/>
          </p:nvSpPr>
          <p:spPr>
            <a:xfrm>
              <a:off x="5958839" y="3224212"/>
              <a:ext cx="229552" cy="27336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grpFill/>
            <a:ln w="9525" cap="flat">
              <a:noFill/>
              <a:prstDash val="solid"/>
              <a:miter/>
            </a:ln>
          </p:spPr>
          <p:txBody>
            <a:bodyPr rtlCol="0" anchor="ctr"/>
            <a:lstStyle/>
            <a:p>
              <a:endParaRPr lang="de-DE"/>
            </a:p>
          </p:txBody>
        </p:sp>
        <p:sp>
          <p:nvSpPr>
            <p:cNvPr id="188" name="Freihandform: Form 235">
              <a:extLst>
                <a:ext uri="{FF2B5EF4-FFF2-40B4-BE49-F238E27FC236}">
                  <a16:creationId xmlns:a16="http://schemas.microsoft.com/office/drawing/2014/main" id="{9C65CDB7-0833-6E4C-8D33-F091783F9A70}"/>
                </a:ext>
              </a:extLst>
            </p:cNvPr>
            <p:cNvSpPr/>
            <p:nvPr/>
          </p:nvSpPr>
          <p:spPr>
            <a:xfrm>
              <a:off x="6268402" y="3100387"/>
              <a:ext cx="61912" cy="389572"/>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grpFill/>
            <a:ln w="9525" cap="flat">
              <a:noFill/>
              <a:prstDash val="solid"/>
              <a:miter/>
            </a:ln>
          </p:spPr>
          <p:txBody>
            <a:bodyPr rtlCol="0" anchor="ctr"/>
            <a:lstStyle/>
            <a:p>
              <a:endParaRPr lang="de-DE"/>
            </a:p>
          </p:txBody>
        </p:sp>
        <p:sp>
          <p:nvSpPr>
            <p:cNvPr id="189" name="Freihandform: Form 236">
              <a:extLst>
                <a:ext uri="{FF2B5EF4-FFF2-40B4-BE49-F238E27FC236}">
                  <a16:creationId xmlns:a16="http://schemas.microsoft.com/office/drawing/2014/main" id="{12D548AD-9F06-DA42-B2EB-F19046F75BD7}"/>
                </a:ext>
              </a:extLst>
            </p:cNvPr>
            <p:cNvSpPr/>
            <p:nvPr/>
          </p:nvSpPr>
          <p:spPr>
            <a:xfrm>
              <a:off x="6385559"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grpFill/>
            <a:ln w="9525" cap="flat">
              <a:noFill/>
              <a:prstDash val="solid"/>
              <a:miter/>
            </a:ln>
          </p:spPr>
          <p:txBody>
            <a:bodyPr rtlCol="0" anchor="ctr"/>
            <a:lstStyle/>
            <a:p>
              <a:endParaRPr lang="de-DE"/>
            </a:p>
          </p:txBody>
        </p:sp>
        <p:sp>
          <p:nvSpPr>
            <p:cNvPr id="190" name="Freihandform: Form 237">
              <a:extLst>
                <a:ext uri="{FF2B5EF4-FFF2-40B4-BE49-F238E27FC236}">
                  <a16:creationId xmlns:a16="http://schemas.microsoft.com/office/drawing/2014/main" id="{ED383C89-C33D-3C4E-928F-13C7C903920B}"/>
                </a:ext>
              </a:extLst>
            </p:cNvPr>
            <p:cNvSpPr/>
            <p:nvPr/>
          </p:nvSpPr>
          <p:spPr>
            <a:xfrm>
              <a:off x="6599871" y="3109912"/>
              <a:ext cx="225742" cy="386715"/>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grpFill/>
            <a:ln w="9525" cap="flat">
              <a:noFill/>
              <a:prstDash val="solid"/>
              <a:miter/>
            </a:ln>
          </p:spPr>
          <p:txBody>
            <a:bodyPr rtlCol="0" anchor="ctr"/>
            <a:lstStyle/>
            <a:p>
              <a:endParaRPr lang="de-DE"/>
            </a:p>
          </p:txBody>
        </p:sp>
        <p:sp>
          <p:nvSpPr>
            <p:cNvPr id="194" name="Freihandform: Form 238">
              <a:extLst>
                <a:ext uri="{FF2B5EF4-FFF2-40B4-BE49-F238E27FC236}">
                  <a16:creationId xmlns:a16="http://schemas.microsoft.com/office/drawing/2014/main" id="{7CA4C99C-809B-3845-9CDD-6CEB4EFA846A}"/>
                </a:ext>
              </a:extLst>
            </p:cNvPr>
            <p:cNvSpPr/>
            <p:nvPr/>
          </p:nvSpPr>
          <p:spPr>
            <a:xfrm>
              <a:off x="6874192"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grpFill/>
            <a:ln w="9525" cap="flat">
              <a:noFill/>
              <a:prstDash val="solid"/>
              <a:miter/>
            </a:ln>
          </p:spPr>
          <p:txBody>
            <a:bodyPr rtlCol="0" anchor="ctr"/>
            <a:lstStyle/>
            <a:p>
              <a:endParaRPr lang="de-DE"/>
            </a:p>
          </p:txBody>
        </p:sp>
      </p:grpSp>
      <p:pic>
        <p:nvPicPr>
          <p:cNvPr id="3" name="Grafik 2">
            <a:extLst>
              <a:ext uri="{FF2B5EF4-FFF2-40B4-BE49-F238E27FC236}">
                <a16:creationId xmlns:a16="http://schemas.microsoft.com/office/drawing/2014/main" id="{33772F0B-8E25-4EA7-99B7-5617705588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1200" y="302400"/>
            <a:ext cx="1404630" cy="536400"/>
          </a:xfrm>
          <a:prstGeom prst="rect">
            <a:avLst/>
          </a:prstGeom>
        </p:spPr>
      </p:pic>
    </p:spTree>
    <p:extLst>
      <p:ext uri="{BB962C8B-B14F-4D97-AF65-F5344CB8AC3E}">
        <p14:creationId xmlns:p14="http://schemas.microsoft.com/office/powerpoint/2010/main" val="126547114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388739" y="301186"/>
            <a:ext cx="5133289" cy="276999"/>
          </a:xfrm>
          <a:prstGeom prst="rect">
            <a:avLst/>
          </a:prstGeom>
        </p:spPr>
        <p:txBody>
          <a:bodyPr vert="horz" wrap="square" lIns="0" tIns="0" rIns="0" bIns="0" rtlCol="0" anchor="t" anchorCtr="0">
            <a:spAutoFit/>
          </a:bodyPr>
          <a:lstStyle/>
          <a:p>
            <a:r>
              <a:rPr lang="de-DE" dirty="0"/>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388739" y="1631156"/>
            <a:ext cx="8368308" cy="4569619"/>
          </a:xfrm>
          <a:prstGeom prst="rect">
            <a:avLst/>
          </a:prstGeom>
        </p:spPr>
        <p:txBody>
          <a:bodyPr vert="horz" lIns="0" tIns="0" rIns="360000" bIns="0" rtlCol="0" anchor="t" anchorCtr="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7800992" y="6634667"/>
            <a:ext cx="649217" cy="107722"/>
          </a:xfrm>
          <a:prstGeom prst="rect">
            <a:avLst/>
          </a:prstGeom>
        </p:spPr>
        <p:txBody>
          <a:bodyPr vert="horz" wrap="none" lIns="0" tIns="0" rIns="0" bIns="0" rtlCol="0" anchor="t" anchorCtr="0">
            <a:spAutoFit/>
          </a:bodyPr>
          <a:lstStyle>
            <a:lvl1pPr algn="r">
              <a:defRPr sz="700">
                <a:solidFill>
                  <a:schemeClr val="tx1"/>
                </a:solidFill>
              </a:defRPr>
            </a:lvl1pPr>
          </a:lstStyle>
          <a:p>
            <a:fld id="{06046321-4025-48AD-B5BC-07962A539B0E}" type="datetime4">
              <a:rPr lang="de-DE" smtClean="0"/>
              <a:t>18. März 2026</a:t>
            </a:fld>
            <a:endParaRPr lang="de-DE" dirty="0"/>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388739" y="6634667"/>
            <a:ext cx="4102299" cy="107722"/>
          </a:xfrm>
          <a:prstGeom prst="rect">
            <a:avLst/>
          </a:prstGeom>
        </p:spPr>
        <p:txBody>
          <a:bodyPr vert="horz" wrap="square" lIns="0" tIns="0" rIns="0" bIns="0" rtlCol="0" anchor="t" anchorCtr="0">
            <a:spAutoFit/>
          </a:bodyPr>
          <a:lstStyle>
            <a:lvl1pPr algn="l">
              <a:defRPr sz="700">
                <a:solidFill>
                  <a:schemeClr val="tx1"/>
                </a:solidFill>
              </a:defRPr>
            </a:lvl1pPr>
          </a:lstStyle>
          <a:p>
            <a:r>
              <a:rPr lang="de-DE"/>
              <a:t>Technische Fakultät</a:t>
            </a:r>
            <a:endParaRPr lang="de-DE" dirty="0"/>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8575907" y="6634667"/>
            <a:ext cx="181140" cy="107722"/>
          </a:xfrm>
          <a:prstGeom prst="rect">
            <a:avLst/>
          </a:prstGeom>
        </p:spPr>
        <p:txBody>
          <a:bodyPr vert="horz" wrap="none" lIns="0" tIns="0" rIns="0" bIns="0" rtlCol="0" anchor="t" anchorCtr="0">
            <a:spAutoFit/>
          </a:bodyPr>
          <a:lstStyle>
            <a:lvl1pPr algn="r">
              <a:defRPr sz="700">
                <a:solidFill>
                  <a:schemeClr val="tx1"/>
                </a:solidFill>
              </a:defRPr>
            </a:lvl1pPr>
          </a:lstStyle>
          <a:p>
            <a:fld id="{D949F9DF-37BD-4CD6-BF49-65BA579E1D7A}" type="slidenum">
              <a:rPr lang="de-DE" smtClean="0"/>
              <a:pPr/>
              <a:t>‹Nr.›</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388800" y="1196733"/>
            <a:ext cx="8757047"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9" name="Rechteck 8">
            <a:extLst>
              <a:ext uri="{FF2B5EF4-FFF2-40B4-BE49-F238E27FC236}">
                <a16:creationId xmlns:a16="http://schemas.microsoft.com/office/drawing/2014/main" id="{F10272FF-60F7-4AF4-9CD6-0A04080EA9B4}"/>
              </a:ext>
            </a:extLst>
          </p:cNvPr>
          <p:cNvSpPr/>
          <p:nvPr userDrawn="1"/>
        </p:nvSpPr>
        <p:spPr>
          <a:xfrm>
            <a:off x="387900" y="6538526"/>
            <a:ext cx="8756100" cy="10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292893" y="160153"/>
            <a:ext cx="250031"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292893" y="1131703"/>
            <a:ext cx="250031"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292893" y="1491963"/>
            <a:ext cx="250031"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292893" y="3292188"/>
            <a:ext cx="250031"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292893" y="6063963"/>
            <a:ext cx="250031"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292893" y="6495763"/>
            <a:ext cx="250031"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169567" y="-282035"/>
            <a:ext cx="333375" cy="102606"/>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4273057" y="-282036"/>
            <a:ext cx="333375" cy="102603"/>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4652949" y="-397424"/>
            <a:ext cx="93680" cy="333375"/>
            <a:chOff x="6416679" y="-397424"/>
            <a:chExt cx="124907"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8543829" y="-282039"/>
            <a:ext cx="333375" cy="1026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20204" pitchFamily="34" charset="0"/>
                <a:buNone/>
                <a:tabLst/>
              </a:pPr>
              <a:r>
                <a:rPr kumimoji="0" lang="de-DE" sz="600" b="0" i="0" u="none" strike="noStrike" kern="1200" cap="none" spc="0" normalizeH="0" baseline="0" noProof="0" dirty="0">
                  <a:ln>
                    <a:noFill/>
                  </a:ln>
                  <a:solidFill>
                    <a:schemeClr val="accent6"/>
                  </a:solidFill>
                  <a:effectLst/>
                  <a:uLnTx/>
                  <a:uFillTx/>
                  <a:latin typeface="Arial"/>
                  <a:ea typeface="+mn-ea"/>
                  <a:cs typeface="+mn-cs"/>
                </a:rPr>
                <a:t>15,50</a:t>
              </a:r>
            </a:p>
          </p:txBody>
        </p:sp>
      </p:grpSp>
      <p:pic>
        <p:nvPicPr>
          <p:cNvPr id="12" name="Grafik 11">
            <a:extLst>
              <a:ext uri="{FF2B5EF4-FFF2-40B4-BE49-F238E27FC236}">
                <a16:creationId xmlns:a16="http://schemas.microsoft.com/office/drawing/2014/main" id="{CCC7FD18-DAC9-46CE-BA04-2FD1F1BF8252}"/>
              </a:ext>
            </a:extLst>
          </p:cNvPr>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7675200" y="295200"/>
            <a:ext cx="1080000" cy="412430"/>
          </a:xfrm>
          <a:prstGeom prst="rect">
            <a:avLst/>
          </a:prstGeom>
        </p:spPr>
      </p:pic>
    </p:spTree>
    <p:extLst>
      <p:ext uri="{BB962C8B-B14F-4D97-AF65-F5344CB8AC3E}">
        <p14:creationId xmlns:p14="http://schemas.microsoft.com/office/powerpoint/2010/main" val="1986604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7" r:id="rId3"/>
    <p:sldLayoutId id="2147483660" r:id="rId4"/>
    <p:sldLayoutId id="2147483651" r:id="rId5"/>
    <p:sldLayoutId id="2147483652" r:id="rId6"/>
    <p:sldLayoutId id="2147483656" r:id="rId7"/>
    <p:sldLayoutId id="2147483668" r:id="rId8"/>
    <p:sldLayoutId id="2147483669" r:id="rId9"/>
    <p:sldLayoutId id="2147483666" r:id="rId10"/>
    <p:sldLayoutId id="2147483653" r:id="rId11"/>
    <p:sldLayoutId id="2147483654" r:id="rId12"/>
    <p:sldLayoutId id="2147483655" r:id="rId13"/>
    <p:sldLayoutId id="2147483661" r:id="rId14"/>
    <p:sldLayoutId id="2147483671" r:id="rId15"/>
    <p:sldLayoutId id="2147483665" r:id="rId16"/>
    <p:sldLayoutId id="2147483658" r:id="rId17"/>
    <p:sldLayoutId id="2147483657" r:id="rId18"/>
    <p:sldLayoutId id="2147483670" r:id="rId19"/>
    <p:sldLayoutId id="2147483659" r:id="rId20"/>
  </p:sldLayoutIdLst>
  <p:hf hdr="0"/>
  <p:txStyles>
    <p:titleStyle>
      <a:lvl1pPr algn="l" defTabSz="685800" rtl="0" eaLnBrk="1" latinLnBrk="0" hangingPunct="1">
        <a:lnSpc>
          <a:spcPct val="90000"/>
        </a:lnSpc>
        <a:spcBef>
          <a:spcPct val="0"/>
        </a:spcBef>
        <a:buNone/>
        <a:defRPr sz="2000" b="1" kern="1200">
          <a:solidFill>
            <a:srgbClr val="041E42"/>
          </a:solidFill>
          <a:latin typeface="+mj-lt"/>
          <a:ea typeface="+mj-ea"/>
          <a:cs typeface="+mj-cs"/>
        </a:defRPr>
      </a:lvl1pPr>
    </p:titleStyle>
    <p:bodyStyle>
      <a:lvl1pPr marL="0" indent="0" algn="l" defTabSz="685800" rtl="0" eaLnBrk="1" latinLnBrk="0" hangingPunct="1">
        <a:lnSpc>
          <a:spcPct val="110000"/>
        </a:lnSpc>
        <a:spcBef>
          <a:spcPts val="0"/>
        </a:spcBef>
        <a:spcAft>
          <a:spcPts val="800"/>
        </a:spcAft>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4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1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100" kern="1200">
          <a:solidFill>
            <a:schemeClr val="tx1"/>
          </a:solidFill>
          <a:latin typeface="+mn-lt"/>
          <a:ea typeface="+mn-ea"/>
          <a:cs typeface="+mn-cs"/>
        </a:defRPr>
      </a:lvl4pPr>
      <a:lvl5pPr marL="72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5pPr>
      <a:lvl6pPr marL="90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6pPr>
      <a:lvl7pPr marL="108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7pPr>
      <a:lvl8pPr marL="126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8pPr>
      <a:lvl9pPr marL="1440000" indent="-180000"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244" userDrawn="1">
          <p15:clr>
            <a:srgbClr val="F26B43"/>
          </p15:clr>
        </p15:guide>
        <p15:guide id="4" pos="5516" userDrawn="1">
          <p15:clr>
            <a:srgbClr val="F26B43"/>
          </p15:clr>
        </p15:guide>
        <p15:guide id="5" orient="horz" pos="187" userDrawn="1">
          <p15:clr>
            <a:srgbClr val="F26B43"/>
          </p15:clr>
        </p15:guide>
        <p15:guide id="6" orient="horz" pos="799" userDrawn="1">
          <p15:clr>
            <a:srgbClr val="F26B43"/>
          </p15:clr>
        </p15:guide>
        <p15:guide id="7" orient="horz" pos="1026" userDrawn="1">
          <p15:clr>
            <a:srgbClr val="F26B43"/>
          </p15:clr>
        </p15:guide>
        <p15:guide id="8" orient="horz" pos="3906" userDrawn="1">
          <p15:clr>
            <a:srgbClr val="F26B43"/>
          </p15:clr>
        </p15:guide>
        <p15:guide id="9" orient="horz" pos="4178" userDrawn="1">
          <p15:clr>
            <a:srgbClr val="F26B43"/>
          </p15:clr>
        </p15:guide>
        <p15:guide id="10" pos="2931" userDrawn="1">
          <p15:clr>
            <a:srgbClr val="F26B43"/>
          </p15:clr>
        </p15:guide>
        <p15:guide id="11" pos="28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C9D279C-BFDB-4F9A-9BC9-29CB3537E17E}"/>
              </a:ext>
            </a:extLst>
          </p:cNvPr>
          <p:cNvSpPr>
            <a:spLocks noGrp="1"/>
          </p:cNvSpPr>
          <p:nvPr>
            <p:ph type="title"/>
          </p:nvPr>
        </p:nvSpPr>
        <p:spPr>
          <a:xfrm>
            <a:off x="390123" y="3042516"/>
            <a:ext cx="3732625" cy="772969"/>
          </a:xfrm>
        </p:spPr>
        <p:txBody>
          <a:bodyPr/>
          <a:lstStyle/>
          <a:p>
            <a:r>
              <a:rPr lang="de-DE" dirty="0"/>
              <a:t>Willkommen</a:t>
            </a:r>
          </a:p>
        </p:txBody>
      </p:sp>
    </p:spTree>
    <p:extLst>
      <p:ext uri="{BB962C8B-B14F-4D97-AF65-F5344CB8AC3E}">
        <p14:creationId xmlns:p14="http://schemas.microsoft.com/office/powerpoint/2010/main" val="314587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561FF96-B9E5-4254-9CE8-57D3447538CE}"/>
              </a:ext>
            </a:extLst>
          </p:cNvPr>
          <p:cNvSpPr>
            <a:spLocks noGrp="1"/>
          </p:cNvSpPr>
          <p:nvPr>
            <p:ph type="dt" sz="half" idx="10"/>
          </p:nvPr>
        </p:nvSpPr>
        <p:spPr>
          <a:xfrm>
            <a:off x="7800992" y="6634667"/>
            <a:ext cx="649217" cy="107722"/>
          </a:xfrm>
        </p:spPr>
        <p:txBody>
          <a:bodyPr/>
          <a:lstStyle/>
          <a:p>
            <a:fld id="{A4DB5ED2-4941-4022-BB30-EACA8CFE1304}" type="datetime4">
              <a:rPr lang="de-DE" smtClean="0"/>
              <a:t>18. März 2026</a:t>
            </a:fld>
            <a:endParaRPr lang="de-DE" dirty="0"/>
          </a:p>
        </p:txBody>
      </p:sp>
      <p:sp>
        <p:nvSpPr>
          <p:cNvPr id="3" name="Fußzeilenplatzhalter 2">
            <a:extLst>
              <a:ext uri="{FF2B5EF4-FFF2-40B4-BE49-F238E27FC236}">
                <a16:creationId xmlns:a16="http://schemas.microsoft.com/office/drawing/2014/main" id="{FC813620-829B-43DD-8148-F1B1DDFBE64D}"/>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E74122D-5445-4E97-BFAC-150A738044A1}"/>
              </a:ext>
            </a:extLst>
          </p:cNvPr>
          <p:cNvSpPr>
            <a:spLocks noGrp="1"/>
          </p:cNvSpPr>
          <p:nvPr>
            <p:ph type="sldNum" sz="quarter" idx="12"/>
          </p:nvPr>
        </p:nvSpPr>
        <p:spPr>
          <a:xfrm>
            <a:off x="8575907" y="6634667"/>
            <a:ext cx="181140" cy="107722"/>
          </a:xfrm>
        </p:spPr>
        <p:txBody>
          <a:bodyPr/>
          <a:lstStyle/>
          <a:p>
            <a:fld id="{D949F9DF-37BD-4CD6-BF49-65BA579E1D7A}" type="slidenum">
              <a:rPr lang="de-DE" smtClean="0"/>
              <a:pPr/>
              <a:t>2</a:t>
            </a:fld>
            <a:endParaRPr lang="de-DE"/>
          </a:p>
        </p:txBody>
      </p:sp>
      <p:sp>
        <p:nvSpPr>
          <p:cNvPr id="5" name="Textplatzhalter 4">
            <a:extLst>
              <a:ext uri="{FF2B5EF4-FFF2-40B4-BE49-F238E27FC236}">
                <a16:creationId xmlns:a16="http://schemas.microsoft.com/office/drawing/2014/main" id="{C5BDE3D4-A25F-431A-B54B-DF8C54970ADC}"/>
              </a:ext>
            </a:extLst>
          </p:cNvPr>
          <p:cNvSpPr>
            <a:spLocks noGrp="1"/>
          </p:cNvSpPr>
          <p:nvPr>
            <p:ph type="body" sz="quarter" idx="15"/>
          </p:nvPr>
        </p:nvSpPr>
        <p:spPr>
          <a:xfrm>
            <a:off x="711045" y="2354712"/>
            <a:ext cx="3779992" cy="218586"/>
          </a:xfrm>
        </p:spPr>
        <p:txBody>
          <a:bodyPr/>
          <a:lstStyle/>
          <a:p>
            <a:r>
              <a:rPr lang="de-DE" dirty="0" err="1"/>
              <a:t>Agendapunkt</a:t>
            </a:r>
            <a:r>
              <a:rPr lang="de-DE" dirty="0"/>
              <a:t> / Kapitelthema</a:t>
            </a:r>
          </a:p>
        </p:txBody>
      </p:sp>
      <p:sp>
        <p:nvSpPr>
          <p:cNvPr id="6" name="Textplatzhalter 5">
            <a:extLst>
              <a:ext uri="{FF2B5EF4-FFF2-40B4-BE49-F238E27FC236}">
                <a16:creationId xmlns:a16="http://schemas.microsoft.com/office/drawing/2014/main" id="{36F444C4-D28B-43A2-8432-D04F66A8D14F}"/>
              </a:ext>
            </a:extLst>
          </p:cNvPr>
          <p:cNvSpPr>
            <a:spLocks noGrp="1"/>
          </p:cNvSpPr>
          <p:nvPr>
            <p:ph type="body" sz="quarter" idx="16"/>
          </p:nvPr>
        </p:nvSpPr>
        <p:spPr>
          <a:xfrm>
            <a:off x="388739" y="2354712"/>
            <a:ext cx="248466" cy="218586"/>
          </a:xfrm>
        </p:spPr>
        <p:txBody>
          <a:bodyPr/>
          <a:lstStyle/>
          <a:p>
            <a:r>
              <a:rPr lang="de-DE" dirty="0"/>
              <a:t>02</a:t>
            </a:r>
          </a:p>
        </p:txBody>
      </p:sp>
      <p:sp>
        <p:nvSpPr>
          <p:cNvPr id="7" name="Textplatzhalter 6">
            <a:extLst>
              <a:ext uri="{FF2B5EF4-FFF2-40B4-BE49-F238E27FC236}">
                <a16:creationId xmlns:a16="http://schemas.microsoft.com/office/drawing/2014/main" id="{F7C923A8-29FA-4914-8BD8-7E1D8EB1393A}"/>
              </a:ext>
            </a:extLst>
          </p:cNvPr>
          <p:cNvSpPr>
            <a:spLocks noGrp="1"/>
          </p:cNvSpPr>
          <p:nvPr>
            <p:ph type="body" sz="quarter" idx="17"/>
          </p:nvPr>
        </p:nvSpPr>
        <p:spPr>
          <a:xfrm>
            <a:off x="711045" y="4525377"/>
            <a:ext cx="3779992" cy="218586"/>
          </a:xfrm>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98500D8B-92A9-4F16-8293-B58F1C36587C}"/>
              </a:ext>
            </a:extLst>
          </p:cNvPr>
          <p:cNvSpPr>
            <a:spLocks noGrp="1"/>
          </p:cNvSpPr>
          <p:nvPr>
            <p:ph type="body" sz="quarter" idx="18"/>
          </p:nvPr>
        </p:nvSpPr>
        <p:spPr>
          <a:xfrm>
            <a:off x="388739" y="4525377"/>
            <a:ext cx="248466" cy="218586"/>
          </a:xfrm>
        </p:spPr>
        <p:txBody>
          <a:bodyPr/>
          <a:lstStyle/>
          <a:p>
            <a:r>
              <a:rPr lang="de-DE" dirty="0"/>
              <a:t>05</a:t>
            </a:r>
          </a:p>
        </p:txBody>
      </p:sp>
      <p:sp>
        <p:nvSpPr>
          <p:cNvPr id="9" name="Textplatzhalter 8">
            <a:extLst>
              <a:ext uri="{FF2B5EF4-FFF2-40B4-BE49-F238E27FC236}">
                <a16:creationId xmlns:a16="http://schemas.microsoft.com/office/drawing/2014/main" id="{9D67CD61-7458-4F49-95E8-7E93A048E69E}"/>
              </a:ext>
            </a:extLst>
          </p:cNvPr>
          <p:cNvSpPr>
            <a:spLocks noGrp="1"/>
          </p:cNvSpPr>
          <p:nvPr>
            <p:ph type="body" sz="quarter" idx="19"/>
          </p:nvPr>
        </p:nvSpPr>
        <p:spPr>
          <a:xfrm>
            <a:off x="711045" y="3078267"/>
            <a:ext cx="3779992" cy="218586"/>
          </a:xfrm>
        </p:spPr>
        <p:txBody>
          <a:bodyPr/>
          <a:lstStyle/>
          <a:p>
            <a:r>
              <a:rPr lang="de-DE"/>
              <a:t>Agendapunkt / Kapitelthema</a:t>
            </a:r>
            <a:endParaRPr lang="de-DE" dirty="0"/>
          </a:p>
        </p:txBody>
      </p:sp>
      <p:sp>
        <p:nvSpPr>
          <p:cNvPr id="10" name="Textplatzhalter 9">
            <a:extLst>
              <a:ext uri="{FF2B5EF4-FFF2-40B4-BE49-F238E27FC236}">
                <a16:creationId xmlns:a16="http://schemas.microsoft.com/office/drawing/2014/main" id="{30292C2F-C07C-441F-A863-B0BD4F49DBB3}"/>
              </a:ext>
            </a:extLst>
          </p:cNvPr>
          <p:cNvSpPr>
            <a:spLocks noGrp="1"/>
          </p:cNvSpPr>
          <p:nvPr>
            <p:ph type="body" sz="quarter" idx="20"/>
          </p:nvPr>
        </p:nvSpPr>
        <p:spPr>
          <a:xfrm>
            <a:off x="388739" y="3078267"/>
            <a:ext cx="248466" cy="218586"/>
          </a:xfrm>
        </p:spPr>
        <p:txBody>
          <a:bodyPr/>
          <a:lstStyle/>
          <a:p>
            <a:r>
              <a:rPr lang="de-DE" dirty="0"/>
              <a:t>03</a:t>
            </a:r>
          </a:p>
        </p:txBody>
      </p:sp>
      <p:sp>
        <p:nvSpPr>
          <p:cNvPr id="11" name="Textplatzhalter 10">
            <a:extLst>
              <a:ext uri="{FF2B5EF4-FFF2-40B4-BE49-F238E27FC236}">
                <a16:creationId xmlns:a16="http://schemas.microsoft.com/office/drawing/2014/main" id="{E8C5FC7F-55BC-4D42-A882-1185209B296C}"/>
              </a:ext>
            </a:extLst>
          </p:cNvPr>
          <p:cNvSpPr>
            <a:spLocks noGrp="1"/>
          </p:cNvSpPr>
          <p:nvPr>
            <p:ph type="body" sz="quarter" idx="21"/>
          </p:nvPr>
        </p:nvSpPr>
        <p:spPr>
          <a:xfrm>
            <a:off x="711045" y="3801822"/>
            <a:ext cx="3779992" cy="218586"/>
          </a:xfrm>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F8AC7405-DCC8-43E4-AC75-96156E3962EE}"/>
              </a:ext>
            </a:extLst>
          </p:cNvPr>
          <p:cNvSpPr>
            <a:spLocks noGrp="1"/>
          </p:cNvSpPr>
          <p:nvPr>
            <p:ph type="body" sz="quarter" idx="22"/>
          </p:nvPr>
        </p:nvSpPr>
        <p:spPr>
          <a:xfrm>
            <a:off x="388739" y="3801822"/>
            <a:ext cx="248466" cy="218586"/>
          </a:xfrm>
        </p:spPr>
        <p:txBody>
          <a:bodyPr/>
          <a:lstStyle/>
          <a:p>
            <a:r>
              <a:rPr lang="de-DE" dirty="0"/>
              <a:t>04</a:t>
            </a:r>
          </a:p>
        </p:txBody>
      </p:sp>
      <p:sp>
        <p:nvSpPr>
          <p:cNvPr id="13" name="Textplatzhalter 12">
            <a:extLst>
              <a:ext uri="{FF2B5EF4-FFF2-40B4-BE49-F238E27FC236}">
                <a16:creationId xmlns:a16="http://schemas.microsoft.com/office/drawing/2014/main" id="{F58D5940-6D78-458C-B18F-A8983189BBAE}"/>
              </a:ext>
            </a:extLst>
          </p:cNvPr>
          <p:cNvSpPr>
            <a:spLocks noGrp="1"/>
          </p:cNvSpPr>
          <p:nvPr>
            <p:ph type="body" sz="quarter" idx="23"/>
          </p:nvPr>
        </p:nvSpPr>
        <p:spPr>
          <a:xfrm>
            <a:off x="711045" y="5248931"/>
            <a:ext cx="3779992" cy="218586"/>
          </a:xfrm>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9C51A52B-CC78-4BDF-93BB-A9478D0B282C}"/>
              </a:ext>
            </a:extLst>
          </p:cNvPr>
          <p:cNvSpPr>
            <a:spLocks noGrp="1"/>
          </p:cNvSpPr>
          <p:nvPr>
            <p:ph type="body" sz="quarter" idx="24"/>
          </p:nvPr>
        </p:nvSpPr>
        <p:spPr>
          <a:xfrm>
            <a:off x="388739" y="5248931"/>
            <a:ext cx="248466" cy="218586"/>
          </a:xfrm>
        </p:spPr>
        <p:txBody>
          <a:bodyPr/>
          <a:lstStyle/>
          <a:p>
            <a:r>
              <a:rPr lang="de-DE" dirty="0"/>
              <a:t>06</a:t>
            </a:r>
          </a:p>
        </p:txBody>
      </p:sp>
      <p:sp>
        <p:nvSpPr>
          <p:cNvPr id="15" name="Textplatzhalter 14">
            <a:extLst>
              <a:ext uri="{FF2B5EF4-FFF2-40B4-BE49-F238E27FC236}">
                <a16:creationId xmlns:a16="http://schemas.microsoft.com/office/drawing/2014/main" id="{EEB38967-9EA5-421D-B0D2-91019A16C69B}"/>
              </a:ext>
            </a:extLst>
          </p:cNvPr>
          <p:cNvSpPr>
            <a:spLocks noGrp="1"/>
          </p:cNvSpPr>
          <p:nvPr>
            <p:ph type="body" sz="quarter" idx="25"/>
          </p:nvPr>
        </p:nvSpPr>
        <p:spPr>
          <a:xfrm>
            <a:off x="4977143" y="1632185"/>
            <a:ext cx="3779905" cy="218586"/>
          </a:xfrm>
        </p:spPr>
        <p:txBody>
          <a:bodyPr/>
          <a:lstStyle/>
          <a:p>
            <a:r>
              <a:rPr lang="de-DE"/>
              <a:t>Agendapunkt / Kapitelthema</a:t>
            </a:r>
            <a:endParaRPr lang="de-DE" dirty="0"/>
          </a:p>
        </p:txBody>
      </p:sp>
      <p:sp>
        <p:nvSpPr>
          <p:cNvPr id="16" name="Textplatzhalter 15">
            <a:extLst>
              <a:ext uri="{FF2B5EF4-FFF2-40B4-BE49-F238E27FC236}">
                <a16:creationId xmlns:a16="http://schemas.microsoft.com/office/drawing/2014/main" id="{4C9BB3AB-8CE3-4516-BF5D-379CFDD4560B}"/>
              </a:ext>
            </a:extLst>
          </p:cNvPr>
          <p:cNvSpPr>
            <a:spLocks noGrp="1"/>
          </p:cNvSpPr>
          <p:nvPr>
            <p:ph type="body" sz="quarter" idx="26"/>
          </p:nvPr>
        </p:nvSpPr>
        <p:spPr>
          <a:xfrm>
            <a:off x="4654749" y="1632185"/>
            <a:ext cx="248466" cy="218586"/>
          </a:xfrm>
        </p:spPr>
        <p:txBody>
          <a:bodyPr/>
          <a:lstStyle/>
          <a:p>
            <a:r>
              <a:rPr lang="de-DE" dirty="0"/>
              <a:t>07</a:t>
            </a:r>
          </a:p>
        </p:txBody>
      </p:sp>
      <p:sp>
        <p:nvSpPr>
          <p:cNvPr id="17" name="Textplatzhalter 16">
            <a:extLst>
              <a:ext uri="{FF2B5EF4-FFF2-40B4-BE49-F238E27FC236}">
                <a16:creationId xmlns:a16="http://schemas.microsoft.com/office/drawing/2014/main" id="{6BC4F704-AB72-41D6-AD86-BEE5179741F7}"/>
              </a:ext>
            </a:extLst>
          </p:cNvPr>
          <p:cNvSpPr>
            <a:spLocks noGrp="1"/>
          </p:cNvSpPr>
          <p:nvPr>
            <p:ph type="body" sz="quarter" idx="27"/>
          </p:nvPr>
        </p:nvSpPr>
        <p:spPr>
          <a:xfrm>
            <a:off x="4977143" y="2355534"/>
            <a:ext cx="3779905" cy="218586"/>
          </a:xfrm>
        </p:spPr>
        <p:txBody>
          <a:bodyPr/>
          <a:lstStyle/>
          <a:p>
            <a:r>
              <a:rPr lang="de-DE"/>
              <a:t>Agendapunkt / Kapitelthema</a:t>
            </a:r>
            <a:endParaRPr lang="de-DE" dirty="0"/>
          </a:p>
        </p:txBody>
      </p:sp>
      <p:sp>
        <p:nvSpPr>
          <p:cNvPr id="18" name="Textplatzhalter 17">
            <a:extLst>
              <a:ext uri="{FF2B5EF4-FFF2-40B4-BE49-F238E27FC236}">
                <a16:creationId xmlns:a16="http://schemas.microsoft.com/office/drawing/2014/main" id="{139FE181-9FB7-475B-BD33-684B830461BF}"/>
              </a:ext>
            </a:extLst>
          </p:cNvPr>
          <p:cNvSpPr>
            <a:spLocks noGrp="1"/>
          </p:cNvSpPr>
          <p:nvPr>
            <p:ph type="body" sz="quarter" idx="28"/>
          </p:nvPr>
        </p:nvSpPr>
        <p:spPr>
          <a:xfrm>
            <a:off x="4654749" y="2355534"/>
            <a:ext cx="248466" cy="218586"/>
          </a:xfrm>
        </p:spPr>
        <p:txBody>
          <a:bodyPr/>
          <a:lstStyle/>
          <a:p>
            <a:r>
              <a:rPr lang="de-DE" dirty="0"/>
              <a:t>08</a:t>
            </a:r>
          </a:p>
        </p:txBody>
      </p:sp>
      <p:sp>
        <p:nvSpPr>
          <p:cNvPr id="19" name="Textplatzhalter 18">
            <a:extLst>
              <a:ext uri="{FF2B5EF4-FFF2-40B4-BE49-F238E27FC236}">
                <a16:creationId xmlns:a16="http://schemas.microsoft.com/office/drawing/2014/main" id="{BDFD9A64-035E-42D3-A086-857E4F0DF0ED}"/>
              </a:ext>
            </a:extLst>
          </p:cNvPr>
          <p:cNvSpPr>
            <a:spLocks noGrp="1"/>
          </p:cNvSpPr>
          <p:nvPr>
            <p:ph type="body" sz="quarter" idx="29"/>
          </p:nvPr>
        </p:nvSpPr>
        <p:spPr>
          <a:xfrm>
            <a:off x="4977143" y="4525581"/>
            <a:ext cx="3779905" cy="218586"/>
          </a:xfrm>
        </p:spPr>
        <p:txBody>
          <a:bodyPr/>
          <a:lstStyle/>
          <a:p>
            <a:r>
              <a:rPr lang="de-DE"/>
              <a:t>Agendapunkt / Kapitelthema</a:t>
            </a:r>
            <a:endParaRPr lang="de-DE" dirty="0"/>
          </a:p>
        </p:txBody>
      </p:sp>
      <p:sp>
        <p:nvSpPr>
          <p:cNvPr id="20" name="Textplatzhalter 19">
            <a:extLst>
              <a:ext uri="{FF2B5EF4-FFF2-40B4-BE49-F238E27FC236}">
                <a16:creationId xmlns:a16="http://schemas.microsoft.com/office/drawing/2014/main" id="{736F02BF-4513-43EF-993E-DF278E35A57A}"/>
              </a:ext>
            </a:extLst>
          </p:cNvPr>
          <p:cNvSpPr>
            <a:spLocks noGrp="1"/>
          </p:cNvSpPr>
          <p:nvPr>
            <p:ph type="body" sz="quarter" idx="30"/>
          </p:nvPr>
        </p:nvSpPr>
        <p:spPr>
          <a:xfrm>
            <a:off x="4654749" y="4525581"/>
            <a:ext cx="238591" cy="218586"/>
          </a:xfrm>
        </p:spPr>
        <p:txBody>
          <a:bodyPr/>
          <a:lstStyle/>
          <a:p>
            <a:r>
              <a:rPr lang="de-DE" dirty="0"/>
              <a:t>11</a:t>
            </a:r>
          </a:p>
        </p:txBody>
      </p:sp>
      <p:sp>
        <p:nvSpPr>
          <p:cNvPr id="21" name="Textplatzhalter 20">
            <a:extLst>
              <a:ext uri="{FF2B5EF4-FFF2-40B4-BE49-F238E27FC236}">
                <a16:creationId xmlns:a16="http://schemas.microsoft.com/office/drawing/2014/main" id="{1E84530C-58D7-44B3-9CFC-2AE93B20DCDE}"/>
              </a:ext>
            </a:extLst>
          </p:cNvPr>
          <p:cNvSpPr>
            <a:spLocks noGrp="1"/>
          </p:cNvSpPr>
          <p:nvPr>
            <p:ph type="body" sz="quarter" idx="31"/>
          </p:nvPr>
        </p:nvSpPr>
        <p:spPr>
          <a:xfrm>
            <a:off x="4977143" y="3078883"/>
            <a:ext cx="3779905" cy="218586"/>
          </a:xfrm>
        </p:spPr>
        <p:txBody>
          <a:bodyPr/>
          <a:lstStyle/>
          <a:p>
            <a:r>
              <a:rPr lang="de-DE"/>
              <a:t>Agendapunkt / Kapitelthema</a:t>
            </a:r>
            <a:endParaRPr lang="de-DE" dirty="0"/>
          </a:p>
        </p:txBody>
      </p:sp>
      <p:sp>
        <p:nvSpPr>
          <p:cNvPr id="22" name="Textplatzhalter 21">
            <a:extLst>
              <a:ext uri="{FF2B5EF4-FFF2-40B4-BE49-F238E27FC236}">
                <a16:creationId xmlns:a16="http://schemas.microsoft.com/office/drawing/2014/main" id="{23CF7EDA-A3A9-48AD-B9A6-7D62B6DDF700}"/>
              </a:ext>
            </a:extLst>
          </p:cNvPr>
          <p:cNvSpPr>
            <a:spLocks noGrp="1"/>
          </p:cNvSpPr>
          <p:nvPr>
            <p:ph type="body" sz="quarter" idx="32"/>
          </p:nvPr>
        </p:nvSpPr>
        <p:spPr>
          <a:xfrm>
            <a:off x="4654749" y="3078883"/>
            <a:ext cx="248466" cy="218586"/>
          </a:xfrm>
        </p:spPr>
        <p:txBody>
          <a:bodyPr/>
          <a:lstStyle/>
          <a:p>
            <a:r>
              <a:rPr lang="de-DE" dirty="0"/>
              <a:t>09</a:t>
            </a:r>
          </a:p>
        </p:txBody>
      </p:sp>
      <p:sp>
        <p:nvSpPr>
          <p:cNvPr id="23" name="Textplatzhalter 22">
            <a:extLst>
              <a:ext uri="{FF2B5EF4-FFF2-40B4-BE49-F238E27FC236}">
                <a16:creationId xmlns:a16="http://schemas.microsoft.com/office/drawing/2014/main" id="{85227CB0-5469-43BD-93A0-2F685F318C42}"/>
              </a:ext>
            </a:extLst>
          </p:cNvPr>
          <p:cNvSpPr>
            <a:spLocks noGrp="1"/>
          </p:cNvSpPr>
          <p:nvPr>
            <p:ph type="body" sz="quarter" idx="33"/>
          </p:nvPr>
        </p:nvSpPr>
        <p:spPr>
          <a:xfrm>
            <a:off x="4977143" y="3802232"/>
            <a:ext cx="3779905" cy="218586"/>
          </a:xfrm>
        </p:spPr>
        <p:txBody>
          <a:bodyPr/>
          <a:lstStyle/>
          <a:p>
            <a:r>
              <a:rPr lang="de-DE"/>
              <a:t>Agendapunkt / Kapitelthema</a:t>
            </a:r>
            <a:endParaRPr lang="de-DE" dirty="0"/>
          </a:p>
        </p:txBody>
      </p:sp>
      <p:sp>
        <p:nvSpPr>
          <p:cNvPr id="24" name="Textplatzhalter 23">
            <a:extLst>
              <a:ext uri="{FF2B5EF4-FFF2-40B4-BE49-F238E27FC236}">
                <a16:creationId xmlns:a16="http://schemas.microsoft.com/office/drawing/2014/main" id="{CCCF0D5F-404F-4B46-92A8-611A971BC458}"/>
              </a:ext>
            </a:extLst>
          </p:cNvPr>
          <p:cNvSpPr>
            <a:spLocks noGrp="1"/>
          </p:cNvSpPr>
          <p:nvPr>
            <p:ph type="body" sz="quarter" idx="34"/>
          </p:nvPr>
        </p:nvSpPr>
        <p:spPr>
          <a:xfrm>
            <a:off x="4654749" y="3802232"/>
            <a:ext cx="248466" cy="218586"/>
          </a:xfrm>
        </p:spPr>
        <p:txBody>
          <a:bodyPr/>
          <a:lstStyle/>
          <a:p>
            <a:r>
              <a:rPr lang="de-DE" dirty="0"/>
              <a:t>10</a:t>
            </a:r>
          </a:p>
        </p:txBody>
      </p:sp>
      <p:sp>
        <p:nvSpPr>
          <p:cNvPr id="25" name="Textplatzhalter 24">
            <a:extLst>
              <a:ext uri="{FF2B5EF4-FFF2-40B4-BE49-F238E27FC236}">
                <a16:creationId xmlns:a16="http://schemas.microsoft.com/office/drawing/2014/main" id="{1BFED45F-FA7D-4307-A20D-CD0D57E0493D}"/>
              </a:ext>
            </a:extLst>
          </p:cNvPr>
          <p:cNvSpPr>
            <a:spLocks noGrp="1"/>
          </p:cNvSpPr>
          <p:nvPr>
            <p:ph type="body" sz="quarter" idx="35"/>
          </p:nvPr>
        </p:nvSpPr>
        <p:spPr>
          <a:xfrm>
            <a:off x="4977143" y="5248931"/>
            <a:ext cx="3779905" cy="218586"/>
          </a:xfrm>
        </p:spPr>
        <p:txBody>
          <a:bodyPr/>
          <a:lstStyle/>
          <a:p>
            <a:r>
              <a:rPr lang="de-DE"/>
              <a:t>Agendapunkt / Kapitelthema</a:t>
            </a:r>
            <a:endParaRPr lang="de-DE" dirty="0"/>
          </a:p>
        </p:txBody>
      </p:sp>
      <p:sp>
        <p:nvSpPr>
          <p:cNvPr id="26" name="Textplatzhalter 25">
            <a:extLst>
              <a:ext uri="{FF2B5EF4-FFF2-40B4-BE49-F238E27FC236}">
                <a16:creationId xmlns:a16="http://schemas.microsoft.com/office/drawing/2014/main" id="{3D35F4F5-4B5E-4003-9C6D-65692C500575}"/>
              </a:ext>
            </a:extLst>
          </p:cNvPr>
          <p:cNvSpPr>
            <a:spLocks noGrp="1"/>
          </p:cNvSpPr>
          <p:nvPr>
            <p:ph type="body" sz="quarter" idx="36"/>
          </p:nvPr>
        </p:nvSpPr>
        <p:spPr>
          <a:xfrm>
            <a:off x="4654749" y="5248931"/>
            <a:ext cx="248466" cy="218586"/>
          </a:xfrm>
        </p:spPr>
        <p:txBody>
          <a:bodyPr/>
          <a:lstStyle/>
          <a:p>
            <a:r>
              <a:rPr lang="de-DE" dirty="0"/>
              <a:t>12</a:t>
            </a:r>
          </a:p>
        </p:txBody>
      </p:sp>
      <p:sp>
        <p:nvSpPr>
          <p:cNvPr id="28" name="Textplatzhalter 27">
            <a:extLst>
              <a:ext uri="{FF2B5EF4-FFF2-40B4-BE49-F238E27FC236}">
                <a16:creationId xmlns:a16="http://schemas.microsoft.com/office/drawing/2014/main" id="{63B416AA-9984-4525-8BCB-668C9F99FC23}"/>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
        <p:nvSpPr>
          <p:cNvPr id="29" name="Textplatzhalter 28">
            <a:extLst>
              <a:ext uri="{FF2B5EF4-FFF2-40B4-BE49-F238E27FC236}">
                <a16:creationId xmlns:a16="http://schemas.microsoft.com/office/drawing/2014/main" id="{2F1F983E-AE60-4B1D-8C00-A2E20F1262F9}"/>
              </a:ext>
            </a:extLst>
          </p:cNvPr>
          <p:cNvSpPr>
            <a:spLocks noGrp="1"/>
          </p:cNvSpPr>
          <p:nvPr>
            <p:ph type="body" sz="quarter" idx="13"/>
          </p:nvPr>
        </p:nvSpPr>
        <p:spPr>
          <a:xfrm>
            <a:off x="711045" y="1631156"/>
            <a:ext cx="3779992" cy="218586"/>
          </a:xfrm>
        </p:spPr>
        <p:txBody>
          <a:bodyPr/>
          <a:lstStyle/>
          <a:p>
            <a:r>
              <a:rPr lang="de-DE" dirty="0"/>
              <a:t>Agendapunkt / Kapitelthema</a:t>
            </a:r>
          </a:p>
        </p:txBody>
      </p:sp>
      <p:sp>
        <p:nvSpPr>
          <p:cNvPr id="30" name="Textplatzhalter 29">
            <a:extLst>
              <a:ext uri="{FF2B5EF4-FFF2-40B4-BE49-F238E27FC236}">
                <a16:creationId xmlns:a16="http://schemas.microsoft.com/office/drawing/2014/main" id="{F5778253-8A36-4F92-9B05-0F370439EF59}"/>
              </a:ext>
            </a:extLst>
          </p:cNvPr>
          <p:cNvSpPr>
            <a:spLocks noGrp="1"/>
          </p:cNvSpPr>
          <p:nvPr>
            <p:ph type="body" sz="quarter" idx="14"/>
          </p:nvPr>
        </p:nvSpPr>
        <p:spPr>
          <a:xfrm>
            <a:off x="388739" y="1631156"/>
            <a:ext cx="248466" cy="218586"/>
          </a:xfrm>
        </p:spPr>
        <p:txBody>
          <a:bodyPr/>
          <a:lstStyle/>
          <a:p>
            <a:r>
              <a:rPr lang="de-DE" dirty="0"/>
              <a:t>01</a:t>
            </a:r>
          </a:p>
        </p:txBody>
      </p:sp>
      <p:sp>
        <p:nvSpPr>
          <p:cNvPr id="91" name="Bildplatzhalter 90">
            <a:extLst>
              <a:ext uri="{FF2B5EF4-FFF2-40B4-BE49-F238E27FC236}">
                <a16:creationId xmlns:a16="http://schemas.microsoft.com/office/drawing/2014/main" id="{7699FC12-8DCC-4BD4-9E35-CA134B06A3F1}"/>
              </a:ext>
            </a:extLst>
          </p:cNvPr>
          <p:cNvSpPr>
            <a:spLocks noGrp="1"/>
          </p:cNvSpPr>
          <p:nvPr>
            <p:ph type="pic" sz="quarter" idx="38"/>
          </p:nvPr>
        </p:nvSpPr>
        <p:spPr/>
      </p:sp>
      <p:sp>
        <p:nvSpPr>
          <p:cNvPr id="27" name="Titel 26">
            <a:extLst>
              <a:ext uri="{FF2B5EF4-FFF2-40B4-BE49-F238E27FC236}">
                <a16:creationId xmlns:a16="http://schemas.microsoft.com/office/drawing/2014/main" id="{C7BDE8EB-2A6D-44A8-9FB1-D69F0CB2CBC0}"/>
              </a:ext>
            </a:extLst>
          </p:cNvPr>
          <p:cNvSpPr>
            <a:spLocks noGrp="1"/>
          </p:cNvSpPr>
          <p:nvPr>
            <p:ph type="title"/>
          </p:nvPr>
        </p:nvSpPr>
        <p:spPr>
          <a:xfrm>
            <a:off x="388739" y="301186"/>
            <a:ext cx="5133289" cy="276999"/>
          </a:xfrm>
        </p:spPr>
        <p:txBody>
          <a:bodyPr/>
          <a:lstStyle/>
          <a:p>
            <a:r>
              <a:rPr lang="de-DE" dirty="0"/>
              <a:t>Agenda</a:t>
            </a:r>
          </a:p>
        </p:txBody>
      </p:sp>
    </p:spTree>
    <p:extLst>
      <p:ext uri="{BB962C8B-B14F-4D97-AF65-F5344CB8AC3E}">
        <p14:creationId xmlns:p14="http://schemas.microsoft.com/office/powerpoint/2010/main" val="3531673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561FF96-B9E5-4254-9CE8-57D3447538CE}"/>
              </a:ext>
            </a:extLst>
          </p:cNvPr>
          <p:cNvSpPr>
            <a:spLocks noGrp="1"/>
          </p:cNvSpPr>
          <p:nvPr>
            <p:ph type="dt" sz="half" idx="10"/>
          </p:nvPr>
        </p:nvSpPr>
        <p:spPr>
          <a:xfrm>
            <a:off x="7800992" y="6634667"/>
            <a:ext cx="649217" cy="107722"/>
          </a:xfrm>
        </p:spPr>
        <p:txBody>
          <a:bodyPr/>
          <a:lstStyle/>
          <a:p>
            <a:fld id="{AFD88D9F-F6AB-4E5B-9545-2A46BFD9A848}" type="datetime4">
              <a:rPr lang="de-DE" smtClean="0"/>
              <a:t>18. März 2026</a:t>
            </a:fld>
            <a:endParaRPr lang="de-DE" dirty="0"/>
          </a:p>
        </p:txBody>
      </p:sp>
      <p:sp>
        <p:nvSpPr>
          <p:cNvPr id="3" name="Fußzeilenplatzhalter 2">
            <a:extLst>
              <a:ext uri="{FF2B5EF4-FFF2-40B4-BE49-F238E27FC236}">
                <a16:creationId xmlns:a16="http://schemas.microsoft.com/office/drawing/2014/main" id="{FC813620-829B-43DD-8148-F1B1DDFBE64D}"/>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E74122D-5445-4E97-BFAC-150A738044A1}"/>
              </a:ext>
            </a:extLst>
          </p:cNvPr>
          <p:cNvSpPr>
            <a:spLocks noGrp="1"/>
          </p:cNvSpPr>
          <p:nvPr>
            <p:ph type="sldNum" sz="quarter" idx="12"/>
          </p:nvPr>
        </p:nvSpPr>
        <p:spPr>
          <a:xfrm>
            <a:off x="8575907" y="6634667"/>
            <a:ext cx="181140" cy="107722"/>
          </a:xfrm>
        </p:spPr>
        <p:txBody>
          <a:bodyPr/>
          <a:lstStyle/>
          <a:p>
            <a:fld id="{D949F9DF-37BD-4CD6-BF49-65BA579E1D7A}" type="slidenum">
              <a:rPr lang="de-DE" smtClean="0"/>
              <a:pPr/>
              <a:t>3</a:t>
            </a:fld>
            <a:endParaRPr lang="de-DE"/>
          </a:p>
        </p:txBody>
      </p:sp>
      <p:pic>
        <p:nvPicPr>
          <p:cNvPr id="54" name="Bildplatzhalter 11">
            <a:extLst>
              <a:ext uri="{FF2B5EF4-FFF2-40B4-BE49-F238E27FC236}">
                <a16:creationId xmlns:a16="http://schemas.microsoft.com/office/drawing/2014/main" id="{74AE2546-F479-40AE-BCBD-04C32EC7D3E0}"/>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11017" r="11017"/>
          <a:stretch/>
        </p:blipFill>
        <p:spPr>
          <a:xfrm>
            <a:off x="4654747" y="1631156"/>
            <a:ext cx="4102299" cy="3951164"/>
          </a:xfrm>
        </p:spPr>
      </p:pic>
      <p:sp>
        <p:nvSpPr>
          <p:cNvPr id="15" name="Textplatzhalter 14">
            <a:extLst>
              <a:ext uri="{FF2B5EF4-FFF2-40B4-BE49-F238E27FC236}">
                <a16:creationId xmlns:a16="http://schemas.microsoft.com/office/drawing/2014/main" id="{EEB38967-9EA5-421D-B0D2-91019A16C69B}"/>
              </a:ext>
            </a:extLst>
          </p:cNvPr>
          <p:cNvSpPr>
            <a:spLocks noGrp="1"/>
          </p:cNvSpPr>
          <p:nvPr>
            <p:ph type="body" sz="quarter" idx="26"/>
          </p:nvPr>
        </p:nvSpPr>
        <p:spPr>
          <a:xfrm>
            <a:off x="4654747" y="5690271"/>
            <a:ext cx="4102299" cy="511084"/>
          </a:xfrm>
        </p:spPr>
        <p:txBody>
          <a:bodyPr/>
          <a:lstStyle/>
          <a:p>
            <a:r>
              <a:rPr lang="de-DE" dirty="0"/>
              <a:t>Bildunterschrift oder Beschreibung möglich.</a:t>
            </a:r>
            <a:br>
              <a:rPr lang="de-DE" dirty="0"/>
            </a:br>
            <a:r>
              <a:rPr lang="de-DE" dirty="0"/>
              <a:t>Gegebenenfalls löschen.</a:t>
            </a:r>
          </a:p>
        </p:txBody>
      </p:sp>
      <p:sp>
        <p:nvSpPr>
          <p:cNvPr id="5" name="Textplatzhalter 4">
            <a:extLst>
              <a:ext uri="{FF2B5EF4-FFF2-40B4-BE49-F238E27FC236}">
                <a16:creationId xmlns:a16="http://schemas.microsoft.com/office/drawing/2014/main" id="{C5BDE3D4-A25F-431A-B54B-DF8C54970ADC}"/>
              </a:ext>
            </a:extLst>
          </p:cNvPr>
          <p:cNvSpPr>
            <a:spLocks noGrp="1"/>
          </p:cNvSpPr>
          <p:nvPr>
            <p:ph type="body" sz="quarter" idx="15"/>
          </p:nvPr>
        </p:nvSpPr>
        <p:spPr>
          <a:xfrm>
            <a:off x="711045" y="2354712"/>
            <a:ext cx="3779992" cy="218586"/>
          </a:xfrm>
        </p:spPr>
        <p:txBody>
          <a:bodyPr/>
          <a:lstStyle/>
          <a:p>
            <a:r>
              <a:rPr lang="de-DE"/>
              <a:t>Agendapunkt / Kapitelthema</a:t>
            </a:r>
            <a:endParaRPr lang="de-DE" dirty="0"/>
          </a:p>
        </p:txBody>
      </p:sp>
      <p:sp>
        <p:nvSpPr>
          <p:cNvPr id="6" name="Textplatzhalter 5">
            <a:extLst>
              <a:ext uri="{FF2B5EF4-FFF2-40B4-BE49-F238E27FC236}">
                <a16:creationId xmlns:a16="http://schemas.microsoft.com/office/drawing/2014/main" id="{36F444C4-D28B-43A2-8432-D04F66A8D14F}"/>
              </a:ext>
            </a:extLst>
          </p:cNvPr>
          <p:cNvSpPr>
            <a:spLocks noGrp="1"/>
          </p:cNvSpPr>
          <p:nvPr>
            <p:ph type="body" sz="quarter" idx="16"/>
          </p:nvPr>
        </p:nvSpPr>
        <p:spPr>
          <a:xfrm>
            <a:off x="388739" y="2354712"/>
            <a:ext cx="248466" cy="218586"/>
          </a:xfrm>
        </p:spPr>
        <p:txBody>
          <a:bodyPr/>
          <a:lstStyle/>
          <a:p>
            <a:r>
              <a:rPr lang="de-DE" dirty="0"/>
              <a:t>02</a:t>
            </a:r>
          </a:p>
        </p:txBody>
      </p:sp>
      <p:sp>
        <p:nvSpPr>
          <p:cNvPr id="7" name="Textplatzhalter 6">
            <a:extLst>
              <a:ext uri="{FF2B5EF4-FFF2-40B4-BE49-F238E27FC236}">
                <a16:creationId xmlns:a16="http://schemas.microsoft.com/office/drawing/2014/main" id="{F7C923A8-29FA-4914-8BD8-7E1D8EB1393A}"/>
              </a:ext>
            </a:extLst>
          </p:cNvPr>
          <p:cNvSpPr>
            <a:spLocks noGrp="1"/>
          </p:cNvSpPr>
          <p:nvPr>
            <p:ph type="body" sz="quarter" idx="17"/>
          </p:nvPr>
        </p:nvSpPr>
        <p:spPr>
          <a:xfrm>
            <a:off x="711045" y="4525377"/>
            <a:ext cx="3779992" cy="218586"/>
          </a:xfrm>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98500D8B-92A9-4F16-8293-B58F1C36587C}"/>
              </a:ext>
            </a:extLst>
          </p:cNvPr>
          <p:cNvSpPr>
            <a:spLocks noGrp="1"/>
          </p:cNvSpPr>
          <p:nvPr>
            <p:ph type="body" sz="quarter" idx="18"/>
          </p:nvPr>
        </p:nvSpPr>
        <p:spPr>
          <a:xfrm>
            <a:off x="388739" y="4525377"/>
            <a:ext cx="248466" cy="218586"/>
          </a:xfrm>
        </p:spPr>
        <p:txBody>
          <a:bodyPr/>
          <a:lstStyle/>
          <a:p>
            <a:r>
              <a:rPr lang="de-DE" dirty="0"/>
              <a:t>05</a:t>
            </a:r>
          </a:p>
        </p:txBody>
      </p:sp>
      <p:sp>
        <p:nvSpPr>
          <p:cNvPr id="9" name="Textplatzhalter 8">
            <a:extLst>
              <a:ext uri="{FF2B5EF4-FFF2-40B4-BE49-F238E27FC236}">
                <a16:creationId xmlns:a16="http://schemas.microsoft.com/office/drawing/2014/main" id="{9D67CD61-7458-4F49-95E8-7E93A048E69E}"/>
              </a:ext>
            </a:extLst>
          </p:cNvPr>
          <p:cNvSpPr>
            <a:spLocks noGrp="1"/>
          </p:cNvSpPr>
          <p:nvPr>
            <p:ph type="body" sz="quarter" idx="19"/>
          </p:nvPr>
        </p:nvSpPr>
        <p:spPr>
          <a:xfrm>
            <a:off x="711045" y="3078267"/>
            <a:ext cx="3779992" cy="218586"/>
          </a:xfrm>
        </p:spPr>
        <p:txBody>
          <a:bodyPr/>
          <a:lstStyle/>
          <a:p>
            <a:r>
              <a:rPr lang="de-DE" dirty="0" err="1"/>
              <a:t>Agendapunkt</a:t>
            </a:r>
            <a:r>
              <a:rPr lang="de-DE" dirty="0"/>
              <a:t> / Kapitelthema</a:t>
            </a:r>
          </a:p>
        </p:txBody>
      </p:sp>
      <p:sp>
        <p:nvSpPr>
          <p:cNvPr id="10" name="Textplatzhalter 9">
            <a:extLst>
              <a:ext uri="{FF2B5EF4-FFF2-40B4-BE49-F238E27FC236}">
                <a16:creationId xmlns:a16="http://schemas.microsoft.com/office/drawing/2014/main" id="{30292C2F-C07C-441F-A863-B0BD4F49DBB3}"/>
              </a:ext>
            </a:extLst>
          </p:cNvPr>
          <p:cNvSpPr>
            <a:spLocks noGrp="1"/>
          </p:cNvSpPr>
          <p:nvPr>
            <p:ph type="body" sz="quarter" idx="20"/>
          </p:nvPr>
        </p:nvSpPr>
        <p:spPr>
          <a:xfrm>
            <a:off x="388739" y="3078267"/>
            <a:ext cx="248466" cy="218586"/>
          </a:xfrm>
        </p:spPr>
        <p:txBody>
          <a:bodyPr/>
          <a:lstStyle/>
          <a:p>
            <a:r>
              <a:rPr lang="de-DE" dirty="0"/>
              <a:t>03</a:t>
            </a:r>
          </a:p>
        </p:txBody>
      </p:sp>
      <p:sp>
        <p:nvSpPr>
          <p:cNvPr id="11" name="Textplatzhalter 10">
            <a:extLst>
              <a:ext uri="{FF2B5EF4-FFF2-40B4-BE49-F238E27FC236}">
                <a16:creationId xmlns:a16="http://schemas.microsoft.com/office/drawing/2014/main" id="{E8C5FC7F-55BC-4D42-A882-1185209B296C}"/>
              </a:ext>
            </a:extLst>
          </p:cNvPr>
          <p:cNvSpPr>
            <a:spLocks noGrp="1"/>
          </p:cNvSpPr>
          <p:nvPr>
            <p:ph type="body" sz="quarter" idx="21"/>
          </p:nvPr>
        </p:nvSpPr>
        <p:spPr>
          <a:xfrm>
            <a:off x="711045" y="3801822"/>
            <a:ext cx="3779992" cy="218586"/>
          </a:xfrm>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F8AC7405-DCC8-43E4-AC75-96156E3962EE}"/>
              </a:ext>
            </a:extLst>
          </p:cNvPr>
          <p:cNvSpPr>
            <a:spLocks noGrp="1"/>
          </p:cNvSpPr>
          <p:nvPr>
            <p:ph type="body" sz="quarter" idx="22"/>
          </p:nvPr>
        </p:nvSpPr>
        <p:spPr>
          <a:xfrm>
            <a:off x="388739" y="3801822"/>
            <a:ext cx="248466" cy="218586"/>
          </a:xfrm>
        </p:spPr>
        <p:txBody>
          <a:bodyPr/>
          <a:lstStyle/>
          <a:p>
            <a:r>
              <a:rPr lang="de-DE" dirty="0"/>
              <a:t>04</a:t>
            </a:r>
          </a:p>
        </p:txBody>
      </p:sp>
      <p:sp>
        <p:nvSpPr>
          <p:cNvPr id="13" name="Textplatzhalter 12">
            <a:extLst>
              <a:ext uri="{FF2B5EF4-FFF2-40B4-BE49-F238E27FC236}">
                <a16:creationId xmlns:a16="http://schemas.microsoft.com/office/drawing/2014/main" id="{F58D5940-6D78-458C-B18F-A8983189BBAE}"/>
              </a:ext>
            </a:extLst>
          </p:cNvPr>
          <p:cNvSpPr>
            <a:spLocks noGrp="1"/>
          </p:cNvSpPr>
          <p:nvPr>
            <p:ph type="body" sz="quarter" idx="23"/>
          </p:nvPr>
        </p:nvSpPr>
        <p:spPr>
          <a:xfrm>
            <a:off x="711045" y="5248931"/>
            <a:ext cx="3779992" cy="218586"/>
          </a:xfrm>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9C51A52B-CC78-4BDF-93BB-A9478D0B282C}"/>
              </a:ext>
            </a:extLst>
          </p:cNvPr>
          <p:cNvSpPr>
            <a:spLocks noGrp="1"/>
          </p:cNvSpPr>
          <p:nvPr>
            <p:ph type="body" sz="quarter" idx="24"/>
          </p:nvPr>
        </p:nvSpPr>
        <p:spPr>
          <a:xfrm>
            <a:off x="388739" y="5248931"/>
            <a:ext cx="248466" cy="218586"/>
          </a:xfrm>
        </p:spPr>
        <p:txBody>
          <a:bodyPr/>
          <a:lstStyle/>
          <a:p>
            <a:r>
              <a:rPr lang="de-DE" dirty="0"/>
              <a:t>06</a:t>
            </a:r>
          </a:p>
        </p:txBody>
      </p:sp>
      <p:sp>
        <p:nvSpPr>
          <p:cNvPr id="29" name="Textplatzhalter 28">
            <a:extLst>
              <a:ext uri="{FF2B5EF4-FFF2-40B4-BE49-F238E27FC236}">
                <a16:creationId xmlns:a16="http://schemas.microsoft.com/office/drawing/2014/main" id="{2F1F983E-AE60-4B1D-8C00-A2E20F1262F9}"/>
              </a:ext>
            </a:extLst>
          </p:cNvPr>
          <p:cNvSpPr>
            <a:spLocks noGrp="1"/>
          </p:cNvSpPr>
          <p:nvPr>
            <p:ph type="body" sz="quarter" idx="13"/>
          </p:nvPr>
        </p:nvSpPr>
        <p:spPr>
          <a:xfrm>
            <a:off x="711045" y="1631156"/>
            <a:ext cx="3779992" cy="218586"/>
          </a:xfrm>
        </p:spPr>
        <p:txBody>
          <a:bodyPr/>
          <a:lstStyle/>
          <a:p>
            <a:r>
              <a:rPr lang="de-DE" dirty="0"/>
              <a:t>Agendapunkt / Kapitelthema</a:t>
            </a:r>
          </a:p>
        </p:txBody>
      </p:sp>
      <p:sp>
        <p:nvSpPr>
          <p:cNvPr id="30" name="Textplatzhalter 29">
            <a:extLst>
              <a:ext uri="{FF2B5EF4-FFF2-40B4-BE49-F238E27FC236}">
                <a16:creationId xmlns:a16="http://schemas.microsoft.com/office/drawing/2014/main" id="{F5778253-8A36-4F92-9B05-0F370439EF59}"/>
              </a:ext>
            </a:extLst>
          </p:cNvPr>
          <p:cNvSpPr>
            <a:spLocks noGrp="1"/>
          </p:cNvSpPr>
          <p:nvPr>
            <p:ph type="body" sz="quarter" idx="14"/>
          </p:nvPr>
        </p:nvSpPr>
        <p:spPr>
          <a:xfrm>
            <a:off x="388739" y="1631156"/>
            <a:ext cx="248466" cy="218586"/>
          </a:xfrm>
        </p:spPr>
        <p:txBody>
          <a:bodyPr/>
          <a:lstStyle/>
          <a:p>
            <a:r>
              <a:rPr lang="de-DE" dirty="0"/>
              <a:t>01</a:t>
            </a:r>
          </a:p>
        </p:txBody>
      </p:sp>
      <p:sp>
        <p:nvSpPr>
          <p:cNvPr id="75" name="Bildplatzhalter 74">
            <a:extLst>
              <a:ext uri="{FF2B5EF4-FFF2-40B4-BE49-F238E27FC236}">
                <a16:creationId xmlns:a16="http://schemas.microsoft.com/office/drawing/2014/main" id="{9F70188E-5A4A-472C-9BB7-CDA5CD2C8418}"/>
              </a:ext>
            </a:extLst>
          </p:cNvPr>
          <p:cNvSpPr>
            <a:spLocks noGrp="1"/>
          </p:cNvSpPr>
          <p:nvPr>
            <p:ph type="pic" sz="quarter" idx="38"/>
          </p:nvPr>
        </p:nvSpPr>
        <p:spPr/>
      </p:sp>
      <p:sp>
        <p:nvSpPr>
          <p:cNvPr id="55" name="Textplatzhalter 54">
            <a:extLst>
              <a:ext uri="{FF2B5EF4-FFF2-40B4-BE49-F238E27FC236}">
                <a16:creationId xmlns:a16="http://schemas.microsoft.com/office/drawing/2014/main" id="{78ECE2EA-AD50-49E2-9FB8-E9C26255E98B}"/>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
        <p:nvSpPr>
          <p:cNvPr id="27" name="Titel 26">
            <a:extLst>
              <a:ext uri="{FF2B5EF4-FFF2-40B4-BE49-F238E27FC236}">
                <a16:creationId xmlns:a16="http://schemas.microsoft.com/office/drawing/2014/main" id="{C7BDE8EB-2A6D-44A8-9FB1-D69F0CB2CBC0}"/>
              </a:ext>
            </a:extLst>
          </p:cNvPr>
          <p:cNvSpPr>
            <a:spLocks noGrp="1"/>
          </p:cNvSpPr>
          <p:nvPr>
            <p:ph type="title"/>
          </p:nvPr>
        </p:nvSpPr>
        <p:spPr>
          <a:xfrm>
            <a:off x="388739" y="301186"/>
            <a:ext cx="5133289" cy="276999"/>
          </a:xfrm>
        </p:spPr>
        <p:txBody>
          <a:bodyPr/>
          <a:lstStyle/>
          <a:p>
            <a:r>
              <a:rPr lang="de-DE" dirty="0"/>
              <a:t>Agenda</a:t>
            </a:r>
          </a:p>
        </p:txBody>
      </p:sp>
    </p:spTree>
    <p:extLst>
      <p:ext uri="{BB962C8B-B14F-4D97-AF65-F5344CB8AC3E}">
        <p14:creationId xmlns:p14="http://schemas.microsoft.com/office/powerpoint/2010/main" val="3753675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el 21">
            <a:extLst>
              <a:ext uri="{FF2B5EF4-FFF2-40B4-BE49-F238E27FC236}">
                <a16:creationId xmlns:a16="http://schemas.microsoft.com/office/drawing/2014/main" id="{04D6F6A2-2760-4CE9-A251-AAF72F9ED810}"/>
              </a:ext>
            </a:extLst>
          </p:cNvPr>
          <p:cNvSpPr>
            <a:spLocks noGrp="1"/>
          </p:cNvSpPr>
          <p:nvPr>
            <p:ph type="title"/>
          </p:nvPr>
        </p:nvSpPr>
        <p:spPr/>
        <p:txBody>
          <a:bodyPr/>
          <a:lstStyle/>
          <a:p>
            <a:r>
              <a:rPr lang="de-DE" dirty="0" err="1"/>
              <a:t>Kapiteltrenner</a:t>
            </a:r>
            <a:br>
              <a:rPr lang="de-DE" dirty="0"/>
            </a:br>
            <a:r>
              <a:rPr lang="de-DE" dirty="0"/>
              <a:t>Mehrzeilig möglich</a:t>
            </a:r>
          </a:p>
        </p:txBody>
      </p:sp>
      <p:sp>
        <p:nvSpPr>
          <p:cNvPr id="2" name="Datumsplatzhalter 1">
            <a:extLst>
              <a:ext uri="{FF2B5EF4-FFF2-40B4-BE49-F238E27FC236}">
                <a16:creationId xmlns:a16="http://schemas.microsoft.com/office/drawing/2014/main" id="{1E0015B8-6CAA-4BE6-BA5D-BE06E740D6BD}"/>
              </a:ext>
            </a:extLst>
          </p:cNvPr>
          <p:cNvSpPr>
            <a:spLocks noGrp="1"/>
          </p:cNvSpPr>
          <p:nvPr>
            <p:ph type="dt" sz="half" idx="10"/>
          </p:nvPr>
        </p:nvSpPr>
        <p:spPr/>
        <p:txBody>
          <a:bodyPr/>
          <a:lstStyle/>
          <a:p>
            <a:fld id="{D83D0017-F46F-448A-8980-D9A41459AB9D}" type="datetime4">
              <a:rPr lang="de-DE" smtClean="0"/>
              <a:t>18. März 2026</a:t>
            </a:fld>
            <a:endParaRPr lang="de-DE" dirty="0"/>
          </a:p>
        </p:txBody>
      </p:sp>
      <p:sp>
        <p:nvSpPr>
          <p:cNvPr id="3" name="Fußzeilenplatzhalter 2">
            <a:extLst>
              <a:ext uri="{FF2B5EF4-FFF2-40B4-BE49-F238E27FC236}">
                <a16:creationId xmlns:a16="http://schemas.microsoft.com/office/drawing/2014/main" id="{E0DD850B-05CF-4ED7-8BAD-E0FBBD7D3184}"/>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EB7032E9-F980-4D5D-85F7-41822BF2E783}"/>
              </a:ext>
            </a:extLst>
          </p:cNvPr>
          <p:cNvSpPr>
            <a:spLocks noGrp="1"/>
          </p:cNvSpPr>
          <p:nvPr>
            <p:ph type="sldNum" sz="quarter" idx="12"/>
          </p:nvPr>
        </p:nvSpPr>
        <p:spPr/>
        <p:txBody>
          <a:bodyPr/>
          <a:lstStyle/>
          <a:p>
            <a:fld id="{D949F9DF-37BD-4CD6-BF49-65BA579E1D7A}" type="slidenum">
              <a:rPr lang="de-DE" smtClean="0"/>
              <a:pPr/>
              <a:t>4</a:t>
            </a:fld>
            <a:endParaRPr lang="de-DE"/>
          </a:p>
        </p:txBody>
      </p:sp>
    </p:spTree>
    <p:extLst>
      <p:ext uri="{BB962C8B-B14F-4D97-AF65-F5344CB8AC3E}">
        <p14:creationId xmlns:p14="http://schemas.microsoft.com/office/powerpoint/2010/main" val="432639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64B76C8-17B6-460E-BCE5-45EA2F1A5AF1}"/>
              </a:ext>
            </a:extLst>
          </p:cNvPr>
          <p:cNvSpPr>
            <a:spLocks noGrp="1"/>
          </p:cNvSpPr>
          <p:nvPr>
            <p:ph type="dt" sz="half" idx="10"/>
          </p:nvPr>
        </p:nvSpPr>
        <p:spPr>
          <a:xfrm>
            <a:off x="7800992" y="6634667"/>
            <a:ext cx="649217" cy="107722"/>
          </a:xfrm>
        </p:spPr>
        <p:txBody>
          <a:bodyPr/>
          <a:lstStyle/>
          <a:p>
            <a:fld id="{A8C280A6-3607-41E4-A8A7-A74D3042BC0A}" type="datetime4">
              <a:rPr lang="de-DE" smtClean="0"/>
              <a:t>18. März 2026</a:t>
            </a:fld>
            <a:endParaRPr lang="de-DE" dirty="0"/>
          </a:p>
        </p:txBody>
      </p:sp>
      <p:sp>
        <p:nvSpPr>
          <p:cNvPr id="4" name="Fußzeilenplatzhalter 3">
            <a:extLst>
              <a:ext uri="{FF2B5EF4-FFF2-40B4-BE49-F238E27FC236}">
                <a16:creationId xmlns:a16="http://schemas.microsoft.com/office/drawing/2014/main" id="{F11E63E5-DF67-454C-9C12-B8E9A1712EE3}"/>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E4153080-3D4D-4393-A287-F81F066453B6}"/>
              </a:ext>
            </a:extLst>
          </p:cNvPr>
          <p:cNvSpPr>
            <a:spLocks noGrp="1"/>
          </p:cNvSpPr>
          <p:nvPr>
            <p:ph type="sldNum" sz="quarter" idx="12"/>
          </p:nvPr>
        </p:nvSpPr>
        <p:spPr>
          <a:xfrm>
            <a:off x="8575907" y="6634667"/>
            <a:ext cx="181140" cy="107722"/>
          </a:xfrm>
        </p:spPr>
        <p:txBody>
          <a:bodyPr/>
          <a:lstStyle/>
          <a:p>
            <a:fld id="{D949F9DF-37BD-4CD6-BF49-65BA579E1D7A}" type="slidenum">
              <a:rPr lang="de-DE" smtClean="0"/>
              <a:pPr/>
              <a:t>5</a:t>
            </a:fld>
            <a:endParaRPr lang="de-DE"/>
          </a:p>
        </p:txBody>
      </p:sp>
      <p:sp>
        <p:nvSpPr>
          <p:cNvPr id="7" name="Textplatzhalter 6">
            <a:extLst>
              <a:ext uri="{FF2B5EF4-FFF2-40B4-BE49-F238E27FC236}">
                <a16:creationId xmlns:a16="http://schemas.microsoft.com/office/drawing/2014/main" id="{6EF704A3-42CE-4D8E-BF10-1D971F46141B}"/>
              </a:ext>
            </a:extLst>
          </p:cNvPr>
          <p:cNvSpPr>
            <a:spLocks noGrp="1"/>
          </p:cNvSpPr>
          <p:nvPr>
            <p:ph type="body" sz="quarter" idx="13"/>
          </p:nvPr>
        </p:nvSpPr>
        <p:spPr>
          <a:xfrm>
            <a:off x="388738" y="1631156"/>
            <a:ext cx="8368309" cy="4569619"/>
          </a:xfrm>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a:r>
          </a:p>
          <a:p>
            <a:pPr lvl="1"/>
            <a:r>
              <a:rPr lang="de-DE" dirty="0"/>
              <a:t>Duis autem vel eum iriure dolor in hendrerit in vulputate velit esse molestie consequat,</a:t>
            </a:r>
            <a:br>
              <a:rPr lang="de-DE" dirty="0"/>
            </a:br>
            <a:r>
              <a:rPr lang="de-DE" dirty="0"/>
              <a:t>vel illum dolore eu feugiat nulla facilisis at vero eros et accumsan et iusto odio dignissim</a:t>
            </a:r>
            <a:br>
              <a:rPr lang="de-DE" dirty="0"/>
            </a:br>
            <a:r>
              <a:rPr lang="de-DE" dirty="0"/>
              <a:t>qui blandit praesent luptatum zzril delenit augue duis dolore te feugait nulla facilisi.</a:t>
            </a:r>
          </a:p>
        </p:txBody>
      </p:sp>
      <p:sp>
        <p:nvSpPr>
          <p:cNvPr id="23" name="Bildplatzhalter 22">
            <a:extLst>
              <a:ext uri="{FF2B5EF4-FFF2-40B4-BE49-F238E27FC236}">
                <a16:creationId xmlns:a16="http://schemas.microsoft.com/office/drawing/2014/main" id="{5041F302-27BA-45A2-9128-B45853647EC1}"/>
              </a:ext>
            </a:extLst>
          </p:cNvPr>
          <p:cNvSpPr>
            <a:spLocks noGrp="1"/>
          </p:cNvSpPr>
          <p:nvPr>
            <p:ph type="pic" sz="quarter" idx="38"/>
          </p:nvPr>
        </p:nvSpPr>
        <p:spPr/>
      </p:sp>
      <p:sp>
        <p:nvSpPr>
          <p:cNvPr id="6" name="Titel 5">
            <a:extLst>
              <a:ext uri="{FF2B5EF4-FFF2-40B4-BE49-F238E27FC236}">
                <a16:creationId xmlns:a16="http://schemas.microsoft.com/office/drawing/2014/main" id="{D5D40EE4-A722-449E-88F3-7485715F966F}"/>
              </a:ext>
            </a:extLst>
          </p:cNvPr>
          <p:cNvSpPr>
            <a:spLocks noGrp="1"/>
          </p:cNvSpPr>
          <p:nvPr>
            <p:ph type="title"/>
          </p:nvPr>
        </p:nvSpPr>
        <p:spPr>
          <a:xfrm>
            <a:off x="388739" y="301186"/>
            <a:ext cx="5133289" cy="276999"/>
          </a:xfrm>
        </p:spPr>
        <p:txBody>
          <a:bodyPr/>
          <a:lstStyle/>
          <a:p>
            <a:r>
              <a:rPr lang="de-DE" dirty="0"/>
              <a:t>Textfolie</a:t>
            </a:r>
          </a:p>
        </p:txBody>
      </p:sp>
      <p:sp>
        <p:nvSpPr>
          <p:cNvPr id="8" name="Textplatzhalter 7">
            <a:extLst>
              <a:ext uri="{FF2B5EF4-FFF2-40B4-BE49-F238E27FC236}">
                <a16:creationId xmlns:a16="http://schemas.microsoft.com/office/drawing/2014/main" id="{0AE54945-91E1-4A00-88D3-B43670FB4AA8}"/>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Tree>
    <p:extLst>
      <p:ext uri="{BB962C8B-B14F-4D97-AF65-F5344CB8AC3E}">
        <p14:creationId xmlns:p14="http://schemas.microsoft.com/office/powerpoint/2010/main" val="3344611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C825877-AAC1-4436-8DDD-44124244A1A0}"/>
              </a:ext>
            </a:extLst>
          </p:cNvPr>
          <p:cNvSpPr>
            <a:spLocks noGrp="1"/>
          </p:cNvSpPr>
          <p:nvPr>
            <p:ph type="dt" sz="half" idx="10"/>
          </p:nvPr>
        </p:nvSpPr>
        <p:spPr>
          <a:xfrm>
            <a:off x="7800992" y="6634667"/>
            <a:ext cx="649217" cy="107722"/>
          </a:xfrm>
        </p:spPr>
        <p:txBody>
          <a:bodyPr/>
          <a:lstStyle/>
          <a:p>
            <a:fld id="{1A1FB86F-9820-40B2-BC37-07315653DE43}" type="datetime4">
              <a:rPr lang="de-DE" smtClean="0"/>
              <a:t>18. März 2026</a:t>
            </a:fld>
            <a:endParaRPr lang="de-DE" dirty="0"/>
          </a:p>
        </p:txBody>
      </p:sp>
      <p:sp>
        <p:nvSpPr>
          <p:cNvPr id="3" name="Fußzeilenplatzhalter 2">
            <a:extLst>
              <a:ext uri="{FF2B5EF4-FFF2-40B4-BE49-F238E27FC236}">
                <a16:creationId xmlns:a16="http://schemas.microsoft.com/office/drawing/2014/main" id="{31370259-355E-4A47-AF2A-9C1ACA613F6A}"/>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64BC115B-0F59-460C-99CB-C50CBE4C1F10}"/>
              </a:ext>
            </a:extLst>
          </p:cNvPr>
          <p:cNvSpPr>
            <a:spLocks noGrp="1"/>
          </p:cNvSpPr>
          <p:nvPr>
            <p:ph type="sldNum" sz="quarter" idx="12"/>
          </p:nvPr>
        </p:nvSpPr>
        <p:spPr>
          <a:xfrm>
            <a:off x="8575907" y="6634667"/>
            <a:ext cx="181140" cy="107722"/>
          </a:xfrm>
        </p:spPr>
        <p:txBody>
          <a:bodyPr/>
          <a:lstStyle/>
          <a:p>
            <a:fld id="{D949F9DF-37BD-4CD6-BF49-65BA579E1D7A}" type="slidenum">
              <a:rPr lang="de-DE" smtClean="0"/>
              <a:pPr/>
              <a:t>6</a:t>
            </a:fld>
            <a:endParaRPr lang="de-DE"/>
          </a:p>
        </p:txBody>
      </p:sp>
      <p:sp>
        <p:nvSpPr>
          <p:cNvPr id="10" name="Textplatzhalter 9">
            <a:extLst>
              <a:ext uri="{FF2B5EF4-FFF2-40B4-BE49-F238E27FC236}">
                <a16:creationId xmlns:a16="http://schemas.microsoft.com/office/drawing/2014/main" id="{BD3319B6-5B03-4F17-A5C6-517014F3CE5F}"/>
              </a:ext>
            </a:extLst>
          </p:cNvPr>
          <p:cNvSpPr>
            <a:spLocks noGrp="1"/>
          </p:cNvSpPr>
          <p:nvPr>
            <p:ph type="body" sz="quarter" idx="13"/>
          </p:nvPr>
        </p:nvSpPr>
        <p:spPr>
          <a:xfrm>
            <a:off x="388739" y="1631156"/>
            <a:ext cx="4102299" cy="4569619"/>
          </a:xfrm>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p>
          <a:p>
            <a:pPr lvl="1"/>
            <a:r>
              <a:rPr lang="de-DE" dirty="0"/>
              <a:t>Lorem ipsum dolor sit amet, consetetur sadipscing elitr, sed diam nonumy eirmod tempor invidunt ut labore et dolore magna aliquyam erat, sed diam.</a:t>
            </a:r>
          </a:p>
        </p:txBody>
      </p:sp>
      <p:sp>
        <p:nvSpPr>
          <p:cNvPr id="11" name="Textplatzhalter 10">
            <a:extLst>
              <a:ext uri="{FF2B5EF4-FFF2-40B4-BE49-F238E27FC236}">
                <a16:creationId xmlns:a16="http://schemas.microsoft.com/office/drawing/2014/main" id="{C5C997EC-1A23-462E-A9BF-D0C8FA85F8E1}"/>
              </a:ext>
            </a:extLst>
          </p:cNvPr>
          <p:cNvSpPr>
            <a:spLocks noGrp="1"/>
          </p:cNvSpPr>
          <p:nvPr>
            <p:ph type="body" sz="quarter" idx="14"/>
          </p:nvPr>
        </p:nvSpPr>
        <p:spPr>
          <a:xfrm>
            <a:off x="4654747" y="1631156"/>
            <a:ext cx="4102299" cy="4569619"/>
          </a:xfrm>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p>
          <a:p>
            <a:pPr lvl="1"/>
            <a:r>
              <a:rPr lang="de-DE" dirty="0"/>
              <a:t>Lorem ipsum dolor sit amet, consetetur sadipscing elitr, sed diam nonumy eirmod tempor invidunt ut labore et dolore magna aliquyam erat, sed diam.</a:t>
            </a:r>
          </a:p>
        </p:txBody>
      </p:sp>
      <p:sp>
        <p:nvSpPr>
          <p:cNvPr id="21" name="Bildplatzhalter 20">
            <a:extLst>
              <a:ext uri="{FF2B5EF4-FFF2-40B4-BE49-F238E27FC236}">
                <a16:creationId xmlns:a16="http://schemas.microsoft.com/office/drawing/2014/main" id="{CB4749F3-0381-4496-AE01-04162DCF1CDC}"/>
              </a:ext>
            </a:extLst>
          </p:cNvPr>
          <p:cNvSpPr>
            <a:spLocks noGrp="1"/>
          </p:cNvSpPr>
          <p:nvPr>
            <p:ph type="pic" sz="quarter" idx="38"/>
          </p:nvPr>
        </p:nvSpPr>
        <p:spPr/>
      </p:sp>
      <p:sp>
        <p:nvSpPr>
          <p:cNvPr id="9" name="Titel 8">
            <a:extLst>
              <a:ext uri="{FF2B5EF4-FFF2-40B4-BE49-F238E27FC236}">
                <a16:creationId xmlns:a16="http://schemas.microsoft.com/office/drawing/2014/main" id="{E74877D3-A0A9-4F75-B4D7-C0277E15A229}"/>
              </a:ext>
            </a:extLst>
          </p:cNvPr>
          <p:cNvSpPr>
            <a:spLocks noGrp="1"/>
          </p:cNvSpPr>
          <p:nvPr>
            <p:ph type="title"/>
          </p:nvPr>
        </p:nvSpPr>
        <p:spPr>
          <a:xfrm>
            <a:off x="388739" y="301186"/>
            <a:ext cx="5133289" cy="276999"/>
          </a:xfrm>
        </p:spPr>
        <p:txBody>
          <a:bodyPr/>
          <a:lstStyle/>
          <a:p>
            <a:r>
              <a:rPr lang="de-DE" dirty="0"/>
              <a:t>Textfolie | zweispaltig</a:t>
            </a:r>
          </a:p>
        </p:txBody>
      </p:sp>
      <p:sp>
        <p:nvSpPr>
          <p:cNvPr id="12" name="Textplatzhalter 11">
            <a:extLst>
              <a:ext uri="{FF2B5EF4-FFF2-40B4-BE49-F238E27FC236}">
                <a16:creationId xmlns:a16="http://schemas.microsoft.com/office/drawing/2014/main" id="{71D33EE1-A731-447C-B7CD-4587A8E59CD0}"/>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Tree>
    <p:extLst>
      <p:ext uri="{BB962C8B-B14F-4D97-AF65-F5344CB8AC3E}">
        <p14:creationId xmlns:p14="http://schemas.microsoft.com/office/powerpoint/2010/main" val="64621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D9176E1-6690-4B1C-AC01-E47CF9DB1CE4}"/>
              </a:ext>
            </a:extLst>
          </p:cNvPr>
          <p:cNvSpPr>
            <a:spLocks noGrp="1"/>
          </p:cNvSpPr>
          <p:nvPr>
            <p:ph type="dt" sz="half" idx="10"/>
          </p:nvPr>
        </p:nvSpPr>
        <p:spPr>
          <a:xfrm>
            <a:off x="7800992" y="6634667"/>
            <a:ext cx="649217" cy="107722"/>
          </a:xfrm>
        </p:spPr>
        <p:txBody>
          <a:bodyPr/>
          <a:lstStyle/>
          <a:p>
            <a:fld id="{CDF93CC3-BE73-4D9B-808D-227C6D4ADC32}" type="datetime4">
              <a:rPr lang="de-DE" smtClean="0"/>
              <a:t>18. März 2026</a:t>
            </a:fld>
            <a:endParaRPr lang="de-DE" dirty="0"/>
          </a:p>
        </p:txBody>
      </p:sp>
      <p:sp>
        <p:nvSpPr>
          <p:cNvPr id="3" name="Fußzeilenplatzhalter 2">
            <a:extLst>
              <a:ext uri="{FF2B5EF4-FFF2-40B4-BE49-F238E27FC236}">
                <a16:creationId xmlns:a16="http://schemas.microsoft.com/office/drawing/2014/main" id="{3A3274A0-C4B3-47EE-A749-EBA9B153EF47}"/>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4E0C8C3F-4991-4F7F-BBAF-A8154F3CBBB2}"/>
              </a:ext>
            </a:extLst>
          </p:cNvPr>
          <p:cNvSpPr>
            <a:spLocks noGrp="1"/>
          </p:cNvSpPr>
          <p:nvPr>
            <p:ph type="sldNum" sz="quarter" idx="12"/>
          </p:nvPr>
        </p:nvSpPr>
        <p:spPr>
          <a:xfrm>
            <a:off x="8603158" y="6634667"/>
            <a:ext cx="153889" cy="92333"/>
          </a:xfrm>
        </p:spPr>
        <p:txBody>
          <a:bodyPr/>
          <a:lstStyle/>
          <a:p>
            <a:fld id="{D949F9DF-37BD-4CD6-BF49-65BA579E1D7A}" type="slidenum">
              <a:rPr lang="de-DE" smtClean="0"/>
              <a:pPr/>
              <a:t>7</a:t>
            </a:fld>
            <a:endParaRPr lang="de-DE"/>
          </a:p>
        </p:txBody>
      </p:sp>
      <p:sp>
        <p:nvSpPr>
          <p:cNvPr id="11" name="Textplatzhalter 10">
            <a:extLst>
              <a:ext uri="{FF2B5EF4-FFF2-40B4-BE49-F238E27FC236}">
                <a16:creationId xmlns:a16="http://schemas.microsoft.com/office/drawing/2014/main" id="{CA4C7B8A-5D0B-426B-AA7D-3721331B57B8}"/>
              </a:ext>
            </a:extLst>
          </p:cNvPr>
          <p:cNvSpPr>
            <a:spLocks noGrp="1"/>
          </p:cNvSpPr>
          <p:nvPr>
            <p:ph type="body" sz="quarter" idx="16"/>
          </p:nvPr>
        </p:nvSpPr>
        <p:spPr>
          <a:xfrm>
            <a:off x="388938" y="1631950"/>
            <a:ext cx="2676525" cy="4568825"/>
          </a:xfrm>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a:t>
            </a:r>
            <a:br>
              <a:rPr lang="de-DE" dirty="0"/>
            </a:br>
            <a:r>
              <a:rPr lang="de-DE" dirty="0"/>
              <a:t>et justo duo dolores</a:t>
            </a:r>
          </a:p>
        </p:txBody>
      </p:sp>
      <p:sp>
        <p:nvSpPr>
          <p:cNvPr id="22" name="Textplatzhalter 21">
            <a:extLst>
              <a:ext uri="{FF2B5EF4-FFF2-40B4-BE49-F238E27FC236}">
                <a16:creationId xmlns:a16="http://schemas.microsoft.com/office/drawing/2014/main" id="{8017B890-B5C5-4BD1-9878-9FC7C969CA67}"/>
              </a:ext>
            </a:extLst>
          </p:cNvPr>
          <p:cNvSpPr>
            <a:spLocks noGrp="1"/>
          </p:cNvSpPr>
          <p:nvPr>
            <p:ph type="body" sz="quarter" idx="17"/>
          </p:nvPr>
        </p:nvSpPr>
        <p:spPr>
          <a:xfrm>
            <a:off x="6080432" y="1631157"/>
            <a:ext cx="2676616" cy="4569618"/>
          </a:xfrm>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a:t>
            </a:r>
            <a:br>
              <a:rPr lang="de-DE" dirty="0"/>
            </a:br>
            <a:r>
              <a:rPr lang="de-DE" dirty="0"/>
              <a:t>et justo duo dolores</a:t>
            </a:r>
          </a:p>
        </p:txBody>
      </p:sp>
      <p:sp>
        <p:nvSpPr>
          <p:cNvPr id="23" name="Textplatzhalter 22">
            <a:extLst>
              <a:ext uri="{FF2B5EF4-FFF2-40B4-BE49-F238E27FC236}">
                <a16:creationId xmlns:a16="http://schemas.microsoft.com/office/drawing/2014/main" id="{E5D34A0C-0E8C-47CB-AA4E-8153C7C40173}"/>
              </a:ext>
            </a:extLst>
          </p:cNvPr>
          <p:cNvSpPr>
            <a:spLocks noGrp="1"/>
          </p:cNvSpPr>
          <p:nvPr>
            <p:ph type="body" sz="quarter" idx="18"/>
          </p:nvPr>
        </p:nvSpPr>
        <p:spPr>
          <a:xfrm>
            <a:off x="3234585" y="1631157"/>
            <a:ext cx="2676616" cy="4569618"/>
          </a:xfrm>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a:t>
            </a:r>
            <a:br>
              <a:rPr lang="de-DE" dirty="0"/>
            </a:br>
            <a:r>
              <a:rPr lang="de-DE" dirty="0"/>
              <a:t>et justo duo dolores</a:t>
            </a:r>
          </a:p>
        </p:txBody>
      </p:sp>
      <p:sp>
        <p:nvSpPr>
          <p:cNvPr id="33" name="Bildplatzhalter 32">
            <a:extLst>
              <a:ext uri="{FF2B5EF4-FFF2-40B4-BE49-F238E27FC236}">
                <a16:creationId xmlns:a16="http://schemas.microsoft.com/office/drawing/2014/main" id="{3F5F07AA-C541-4428-BCF6-309772617E05}"/>
              </a:ext>
            </a:extLst>
          </p:cNvPr>
          <p:cNvSpPr>
            <a:spLocks noGrp="1"/>
          </p:cNvSpPr>
          <p:nvPr>
            <p:ph type="pic" sz="quarter" idx="38"/>
          </p:nvPr>
        </p:nvSpPr>
        <p:spPr/>
      </p:sp>
      <p:sp>
        <p:nvSpPr>
          <p:cNvPr id="14" name="Textplatzhalter 13">
            <a:extLst>
              <a:ext uri="{FF2B5EF4-FFF2-40B4-BE49-F238E27FC236}">
                <a16:creationId xmlns:a16="http://schemas.microsoft.com/office/drawing/2014/main" id="{FFC9837A-5C8F-40F5-BD3A-6021724DC537}"/>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
        <p:nvSpPr>
          <p:cNvPr id="10" name="Titel 9">
            <a:extLst>
              <a:ext uri="{FF2B5EF4-FFF2-40B4-BE49-F238E27FC236}">
                <a16:creationId xmlns:a16="http://schemas.microsoft.com/office/drawing/2014/main" id="{3FE01E4F-F465-4C67-8BEB-A45E46459B76}"/>
              </a:ext>
            </a:extLst>
          </p:cNvPr>
          <p:cNvSpPr>
            <a:spLocks noGrp="1"/>
          </p:cNvSpPr>
          <p:nvPr>
            <p:ph type="title"/>
          </p:nvPr>
        </p:nvSpPr>
        <p:spPr>
          <a:xfrm>
            <a:off x="388739" y="301186"/>
            <a:ext cx="5133289" cy="276999"/>
          </a:xfrm>
        </p:spPr>
        <p:txBody>
          <a:bodyPr/>
          <a:lstStyle/>
          <a:p>
            <a:r>
              <a:rPr lang="de-DE" dirty="0"/>
              <a:t>Textfolie | dreispaltig</a:t>
            </a:r>
          </a:p>
        </p:txBody>
      </p:sp>
    </p:spTree>
    <p:extLst>
      <p:ext uri="{BB962C8B-B14F-4D97-AF65-F5344CB8AC3E}">
        <p14:creationId xmlns:p14="http://schemas.microsoft.com/office/powerpoint/2010/main" val="1945702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3D8CABE-12D7-4B8B-A2EC-CC3E26DBAD76}"/>
              </a:ext>
            </a:extLst>
          </p:cNvPr>
          <p:cNvSpPr>
            <a:spLocks noGrp="1"/>
          </p:cNvSpPr>
          <p:nvPr>
            <p:ph type="dt" sz="half" idx="10"/>
          </p:nvPr>
        </p:nvSpPr>
        <p:spPr>
          <a:xfrm>
            <a:off x="7800992" y="6634667"/>
            <a:ext cx="649217" cy="107722"/>
          </a:xfrm>
        </p:spPr>
        <p:txBody>
          <a:bodyPr/>
          <a:lstStyle/>
          <a:p>
            <a:fld id="{54F7018D-ECA0-46E5-962B-86EB4D700D3B}" type="datetime4">
              <a:rPr lang="de-DE" smtClean="0"/>
              <a:t>18. März 2026</a:t>
            </a:fld>
            <a:endParaRPr lang="de-DE" dirty="0"/>
          </a:p>
        </p:txBody>
      </p:sp>
      <p:sp>
        <p:nvSpPr>
          <p:cNvPr id="3" name="Fußzeilenplatzhalter 2">
            <a:extLst>
              <a:ext uri="{FF2B5EF4-FFF2-40B4-BE49-F238E27FC236}">
                <a16:creationId xmlns:a16="http://schemas.microsoft.com/office/drawing/2014/main" id="{57C7EB1E-42CB-4FE3-9443-BAF6A3332BBA}"/>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60DA05AA-C88F-4D8B-A2BF-308DF6A58E1F}"/>
              </a:ext>
            </a:extLst>
          </p:cNvPr>
          <p:cNvSpPr>
            <a:spLocks noGrp="1"/>
          </p:cNvSpPr>
          <p:nvPr>
            <p:ph type="sldNum" sz="quarter" idx="12"/>
          </p:nvPr>
        </p:nvSpPr>
        <p:spPr>
          <a:xfrm>
            <a:off x="8575907" y="6634667"/>
            <a:ext cx="181140" cy="107722"/>
          </a:xfrm>
        </p:spPr>
        <p:txBody>
          <a:bodyPr/>
          <a:lstStyle/>
          <a:p>
            <a:fld id="{D949F9DF-37BD-4CD6-BF49-65BA579E1D7A}" type="slidenum">
              <a:rPr lang="de-DE" smtClean="0"/>
              <a:pPr/>
              <a:t>8</a:t>
            </a:fld>
            <a:endParaRPr lang="de-DE"/>
          </a:p>
        </p:txBody>
      </p:sp>
      <p:sp>
        <p:nvSpPr>
          <p:cNvPr id="12" name="Textplatzhalter 11">
            <a:extLst>
              <a:ext uri="{FF2B5EF4-FFF2-40B4-BE49-F238E27FC236}">
                <a16:creationId xmlns:a16="http://schemas.microsoft.com/office/drawing/2014/main" id="{727F1487-A680-4800-8AE2-5D99AF269008}"/>
              </a:ext>
            </a:extLst>
          </p:cNvPr>
          <p:cNvSpPr>
            <a:spLocks noGrp="1"/>
          </p:cNvSpPr>
          <p:nvPr>
            <p:ph type="body" sz="quarter" idx="13"/>
          </p:nvPr>
        </p:nvSpPr>
        <p:spPr>
          <a:xfrm>
            <a:off x="388739" y="1631156"/>
            <a:ext cx="4102299" cy="4569619"/>
          </a:xfrm>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p>
          <a:p>
            <a:pPr lvl="1"/>
            <a:r>
              <a:rPr lang="de-DE" dirty="0"/>
              <a:t>Lorem ipsum dolor sit amet, consetetur sadipscing elitr, sed diam nonumy eirmod tempor invidunt ut labore et dolore magna aliquyam erat, sed diam.</a:t>
            </a:r>
          </a:p>
        </p:txBody>
      </p:sp>
      <p:sp>
        <p:nvSpPr>
          <p:cNvPr id="11" name="Titel 10">
            <a:extLst>
              <a:ext uri="{FF2B5EF4-FFF2-40B4-BE49-F238E27FC236}">
                <a16:creationId xmlns:a16="http://schemas.microsoft.com/office/drawing/2014/main" id="{ED73A0BB-9D79-4048-B509-D98C378AA4B6}"/>
              </a:ext>
            </a:extLst>
          </p:cNvPr>
          <p:cNvSpPr>
            <a:spLocks noGrp="1"/>
          </p:cNvSpPr>
          <p:nvPr>
            <p:ph type="title"/>
          </p:nvPr>
        </p:nvSpPr>
        <p:spPr>
          <a:xfrm>
            <a:off x="388739" y="301186"/>
            <a:ext cx="5133289" cy="276999"/>
          </a:xfrm>
        </p:spPr>
        <p:txBody>
          <a:bodyPr/>
          <a:lstStyle/>
          <a:p>
            <a:r>
              <a:rPr lang="de-DE" dirty="0"/>
              <a:t>Text- Bildfolie</a:t>
            </a:r>
          </a:p>
        </p:txBody>
      </p:sp>
      <p:pic>
        <p:nvPicPr>
          <p:cNvPr id="16" name="Bildplatzhalter 11">
            <a:extLst>
              <a:ext uri="{FF2B5EF4-FFF2-40B4-BE49-F238E27FC236}">
                <a16:creationId xmlns:a16="http://schemas.microsoft.com/office/drawing/2014/main" id="{304636D8-0880-4F6B-89B6-7EDC70B87454}"/>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16298" r="16298"/>
          <a:stretch/>
        </p:blipFill>
        <p:spPr>
          <a:xfrm>
            <a:off x="4654747" y="1631156"/>
            <a:ext cx="4102299" cy="4569619"/>
          </a:xfrm>
        </p:spPr>
      </p:pic>
      <p:sp>
        <p:nvSpPr>
          <p:cNvPr id="24" name="Bildplatzhalter 23">
            <a:extLst>
              <a:ext uri="{FF2B5EF4-FFF2-40B4-BE49-F238E27FC236}">
                <a16:creationId xmlns:a16="http://schemas.microsoft.com/office/drawing/2014/main" id="{FA067BC6-B31D-4BF7-A10A-7DD54B157DC5}"/>
              </a:ext>
            </a:extLst>
          </p:cNvPr>
          <p:cNvSpPr>
            <a:spLocks noGrp="1"/>
          </p:cNvSpPr>
          <p:nvPr>
            <p:ph type="pic" sz="quarter" idx="38"/>
          </p:nvPr>
        </p:nvSpPr>
        <p:spPr/>
      </p:sp>
      <p:sp>
        <p:nvSpPr>
          <p:cNvPr id="14" name="Textplatzhalter 13">
            <a:extLst>
              <a:ext uri="{FF2B5EF4-FFF2-40B4-BE49-F238E27FC236}">
                <a16:creationId xmlns:a16="http://schemas.microsoft.com/office/drawing/2014/main" id="{CC441105-0F6A-4CEA-9F54-C89B1B6794A2}"/>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Tree>
    <p:extLst>
      <p:ext uri="{BB962C8B-B14F-4D97-AF65-F5344CB8AC3E}">
        <p14:creationId xmlns:p14="http://schemas.microsoft.com/office/powerpoint/2010/main" val="980347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Bildplatzhalter 11">
            <a:extLst>
              <a:ext uri="{FF2B5EF4-FFF2-40B4-BE49-F238E27FC236}">
                <a16:creationId xmlns:a16="http://schemas.microsoft.com/office/drawing/2014/main" id="{304636D8-0880-4F6B-89B6-7EDC70B87454}"/>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16298" r="16298"/>
          <a:stretch/>
        </p:blipFill>
        <p:spPr>
          <a:xfrm>
            <a:off x="388739" y="1631156"/>
            <a:ext cx="4102299" cy="4569619"/>
          </a:xfrm>
        </p:spPr>
      </p:pic>
      <p:sp>
        <p:nvSpPr>
          <p:cNvPr id="2" name="Datumsplatzhalter 1">
            <a:extLst>
              <a:ext uri="{FF2B5EF4-FFF2-40B4-BE49-F238E27FC236}">
                <a16:creationId xmlns:a16="http://schemas.microsoft.com/office/drawing/2014/main" id="{53D8CABE-12D7-4B8B-A2EC-CC3E26DBAD76}"/>
              </a:ext>
            </a:extLst>
          </p:cNvPr>
          <p:cNvSpPr>
            <a:spLocks noGrp="1"/>
          </p:cNvSpPr>
          <p:nvPr>
            <p:ph type="dt" sz="half" idx="10"/>
          </p:nvPr>
        </p:nvSpPr>
        <p:spPr>
          <a:xfrm>
            <a:off x="7800992" y="6634667"/>
            <a:ext cx="649217" cy="107722"/>
          </a:xfrm>
        </p:spPr>
        <p:txBody>
          <a:bodyPr/>
          <a:lstStyle/>
          <a:p>
            <a:fld id="{FB36E46A-3E88-4C7B-9445-5E85827DFB89}" type="datetime4">
              <a:rPr lang="de-DE" smtClean="0"/>
              <a:t>18. März 2026</a:t>
            </a:fld>
            <a:endParaRPr lang="de-DE" dirty="0"/>
          </a:p>
        </p:txBody>
      </p:sp>
      <p:sp>
        <p:nvSpPr>
          <p:cNvPr id="3" name="Fußzeilenplatzhalter 2">
            <a:extLst>
              <a:ext uri="{FF2B5EF4-FFF2-40B4-BE49-F238E27FC236}">
                <a16:creationId xmlns:a16="http://schemas.microsoft.com/office/drawing/2014/main" id="{57C7EB1E-42CB-4FE3-9443-BAF6A3332BBA}"/>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60DA05AA-C88F-4D8B-A2BF-308DF6A58E1F}"/>
              </a:ext>
            </a:extLst>
          </p:cNvPr>
          <p:cNvSpPr>
            <a:spLocks noGrp="1"/>
          </p:cNvSpPr>
          <p:nvPr>
            <p:ph type="sldNum" sz="quarter" idx="12"/>
          </p:nvPr>
        </p:nvSpPr>
        <p:spPr>
          <a:xfrm>
            <a:off x="8603158" y="6634667"/>
            <a:ext cx="153889" cy="92333"/>
          </a:xfrm>
        </p:spPr>
        <p:txBody>
          <a:bodyPr/>
          <a:lstStyle/>
          <a:p>
            <a:fld id="{D949F9DF-37BD-4CD6-BF49-65BA579E1D7A}" type="slidenum">
              <a:rPr lang="de-DE" smtClean="0"/>
              <a:pPr/>
              <a:t>9</a:t>
            </a:fld>
            <a:endParaRPr lang="de-DE"/>
          </a:p>
        </p:txBody>
      </p:sp>
      <p:sp>
        <p:nvSpPr>
          <p:cNvPr id="12" name="Textplatzhalter 11">
            <a:extLst>
              <a:ext uri="{FF2B5EF4-FFF2-40B4-BE49-F238E27FC236}">
                <a16:creationId xmlns:a16="http://schemas.microsoft.com/office/drawing/2014/main" id="{727F1487-A680-4800-8AE2-5D99AF269008}"/>
              </a:ext>
            </a:extLst>
          </p:cNvPr>
          <p:cNvSpPr>
            <a:spLocks noGrp="1"/>
          </p:cNvSpPr>
          <p:nvPr>
            <p:ph type="body" sz="quarter" idx="13"/>
          </p:nvPr>
        </p:nvSpPr>
        <p:spPr>
          <a:xfrm>
            <a:off x="4654748" y="1631156"/>
            <a:ext cx="4102299" cy="4569619"/>
          </a:xfrm>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p>
          <a:p>
            <a:pPr lvl="1"/>
            <a:r>
              <a:rPr lang="de-DE" dirty="0"/>
              <a:t>Lorem ipsum dolor sit amet, consetetur sadipscing elitr, sed diam nonumy eirmod tempor invidunt ut labore et dolore magna aliquyam erat, sed diam.</a:t>
            </a:r>
          </a:p>
        </p:txBody>
      </p:sp>
      <p:sp>
        <p:nvSpPr>
          <p:cNvPr id="11" name="Titel 10">
            <a:extLst>
              <a:ext uri="{FF2B5EF4-FFF2-40B4-BE49-F238E27FC236}">
                <a16:creationId xmlns:a16="http://schemas.microsoft.com/office/drawing/2014/main" id="{ED73A0BB-9D79-4048-B509-D98C378AA4B6}"/>
              </a:ext>
            </a:extLst>
          </p:cNvPr>
          <p:cNvSpPr>
            <a:spLocks noGrp="1"/>
          </p:cNvSpPr>
          <p:nvPr>
            <p:ph type="title"/>
          </p:nvPr>
        </p:nvSpPr>
        <p:spPr>
          <a:xfrm>
            <a:off x="388739" y="301186"/>
            <a:ext cx="5133289" cy="276999"/>
          </a:xfrm>
        </p:spPr>
        <p:txBody>
          <a:bodyPr/>
          <a:lstStyle/>
          <a:p>
            <a:r>
              <a:rPr lang="de-DE" dirty="0"/>
              <a:t>Bild- Textfolie</a:t>
            </a:r>
          </a:p>
        </p:txBody>
      </p:sp>
      <p:sp>
        <p:nvSpPr>
          <p:cNvPr id="17" name="Bildplatzhalter 16">
            <a:extLst>
              <a:ext uri="{FF2B5EF4-FFF2-40B4-BE49-F238E27FC236}">
                <a16:creationId xmlns:a16="http://schemas.microsoft.com/office/drawing/2014/main" id="{9DB389EA-02A7-42C2-B265-33DDE418A823}"/>
              </a:ext>
            </a:extLst>
          </p:cNvPr>
          <p:cNvSpPr>
            <a:spLocks noGrp="1"/>
          </p:cNvSpPr>
          <p:nvPr>
            <p:ph type="pic" sz="quarter" idx="38"/>
          </p:nvPr>
        </p:nvSpPr>
        <p:spPr/>
      </p:sp>
      <p:sp>
        <p:nvSpPr>
          <p:cNvPr id="14" name="Textplatzhalter 13">
            <a:extLst>
              <a:ext uri="{FF2B5EF4-FFF2-40B4-BE49-F238E27FC236}">
                <a16:creationId xmlns:a16="http://schemas.microsoft.com/office/drawing/2014/main" id="{CC441105-0F6A-4CEA-9F54-C89B1B6794A2}"/>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Tree>
    <p:extLst>
      <p:ext uri="{BB962C8B-B14F-4D97-AF65-F5344CB8AC3E}">
        <p14:creationId xmlns:p14="http://schemas.microsoft.com/office/powerpoint/2010/main" val="3266969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platzhalter 11">
            <a:extLst>
              <a:ext uri="{FF2B5EF4-FFF2-40B4-BE49-F238E27FC236}">
                <a16:creationId xmlns:a16="http://schemas.microsoft.com/office/drawing/2014/main" id="{79E8F128-7668-4A6B-9593-A57A91EEFC8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t="10841" r="10781" b="60"/>
          <a:stretch/>
        </p:blipFill>
        <p:spPr>
          <a:xfrm>
            <a:off x="0" y="0"/>
            <a:ext cx="9144000" cy="6858000"/>
          </a:xfrm>
        </p:spPr>
      </p:pic>
      <p:sp>
        <p:nvSpPr>
          <p:cNvPr id="11" name="Textplatzhalter 10">
            <a:extLst>
              <a:ext uri="{FF2B5EF4-FFF2-40B4-BE49-F238E27FC236}">
                <a16:creationId xmlns:a16="http://schemas.microsoft.com/office/drawing/2014/main" id="{B7E91306-35CC-491C-951D-90EF4FF97747}"/>
              </a:ext>
            </a:extLst>
          </p:cNvPr>
          <p:cNvSpPr>
            <a:spLocks noGrp="1"/>
          </p:cNvSpPr>
          <p:nvPr>
            <p:ph type="body" sz="quarter" idx="14"/>
          </p:nvPr>
        </p:nvSpPr>
        <p:spPr/>
        <p:txBody>
          <a:bodyPr/>
          <a:lstStyle/>
          <a:p>
            <a:r>
              <a:rPr lang="de-DE" b="1" dirty="0"/>
              <a:t>Lorem ipsum dolor,</a:t>
            </a:r>
          </a:p>
          <a:p>
            <a:r>
              <a:rPr lang="de-DE" dirty="0"/>
              <a:t>consetetur sadipscing elitr, sed diam nonumy eirmod tempor invidunt ut labore et dolore magna aliquyam erat sed diam voluptua.</a:t>
            </a:r>
          </a:p>
        </p:txBody>
      </p:sp>
    </p:spTree>
    <p:extLst>
      <p:ext uri="{BB962C8B-B14F-4D97-AF65-F5344CB8AC3E}">
        <p14:creationId xmlns:p14="http://schemas.microsoft.com/office/powerpoint/2010/main" val="1512076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88BA7CC-28C1-49A7-91B6-F68C2828BC4D}"/>
              </a:ext>
            </a:extLst>
          </p:cNvPr>
          <p:cNvSpPr>
            <a:spLocks noGrp="1"/>
          </p:cNvSpPr>
          <p:nvPr>
            <p:ph type="title"/>
          </p:nvPr>
        </p:nvSpPr>
        <p:spPr/>
        <p:txBody>
          <a:bodyPr/>
          <a:lstStyle/>
          <a:p>
            <a:r>
              <a:rPr lang="de-DE" dirty="0"/>
              <a:t>Bildfolie</a:t>
            </a:r>
          </a:p>
        </p:txBody>
      </p:sp>
      <p:sp>
        <p:nvSpPr>
          <p:cNvPr id="6" name="Textplatzhalter 5">
            <a:extLst>
              <a:ext uri="{FF2B5EF4-FFF2-40B4-BE49-F238E27FC236}">
                <a16:creationId xmlns:a16="http://schemas.microsoft.com/office/drawing/2014/main" id="{7EB95F02-6447-40ED-8582-883A73E3B6CB}"/>
              </a:ext>
            </a:extLst>
          </p:cNvPr>
          <p:cNvSpPr>
            <a:spLocks noGrp="1"/>
          </p:cNvSpPr>
          <p:nvPr>
            <p:ph type="body" sz="quarter" idx="26"/>
          </p:nvPr>
        </p:nvSpPr>
        <p:spPr/>
        <p:txBody>
          <a:bodyPr/>
          <a:lstStyle/>
          <a:p>
            <a:r>
              <a:rPr lang="de-DE" dirty="0"/>
              <a:t>Bildunterschrift oder Beschreibung möglich.</a:t>
            </a:r>
            <a:br>
              <a:rPr lang="de-DE" dirty="0"/>
            </a:br>
            <a:r>
              <a:rPr lang="de-DE" dirty="0"/>
              <a:t>Gegebenenfalls löschen.</a:t>
            </a:r>
          </a:p>
        </p:txBody>
      </p:sp>
      <p:sp>
        <p:nvSpPr>
          <p:cNvPr id="8" name="Bildplatzhalter 7">
            <a:extLst>
              <a:ext uri="{FF2B5EF4-FFF2-40B4-BE49-F238E27FC236}">
                <a16:creationId xmlns:a16="http://schemas.microsoft.com/office/drawing/2014/main" id="{2FEA58E8-85F1-4CAF-B574-573C0FE0E49C}"/>
              </a:ext>
            </a:extLst>
          </p:cNvPr>
          <p:cNvSpPr>
            <a:spLocks noGrp="1"/>
          </p:cNvSpPr>
          <p:nvPr>
            <p:ph type="pic" sz="quarter" idx="38"/>
          </p:nvPr>
        </p:nvSpPr>
        <p:spPr/>
      </p:sp>
      <p:sp>
        <p:nvSpPr>
          <p:cNvPr id="7" name="Textplatzhalter 6">
            <a:extLst>
              <a:ext uri="{FF2B5EF4-FFF2-40B4-BE49-F238E27FC236}">
                <a16:creationId xmlns:a16="http://schemas.microsoft.com/office/drawing/2014/main" id="{1BDD907B-64FE-4662-B7FF-C0462796A914}"/>
              </a:ext>
            </a:extLst>
          </p:cNvPr>
          <p:cNvSpPr>
            <a:spLocks noGrp="1"/>
          </p:cNvSpPr>
          <p:nvPr>
            <p:ph type="body" sz="quarter" idx="37"/>
          </p:nvPr>
        </p:nvSpPr>
        <p:spPr/>
        <p:txBody>
          <a:bodyPr/>
          <a:lstStyle/>
          <a:p>
            <a:r>
              <a:rPr lang="de-DE" dirty="0"/>
              <a:t>Subheadline möglich. Gegebenenfalls löschen.</a:t>
            </a:r>
          </a:p>
        </p:txBody>
      </p:sp>
      <p:pic>
        <p:nvPicPr>
          <p:cNvPr id="9" name="Bildplatzhalter 11">
            <a:extLst>
              <a:ext uri="{FF2B5EF4-FFF2-40B4-BE49-F238E27FC236}">
                <a16:creationId xmlns:a16="http://schemas.microsoft.com/office/drawing/2014/main" id="{AD86819D-6C7A-4291-88D2-388CE9445603}"/>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10074" b="27050"/>
          <a:stretch/>
        </p:blipFill>
        <p:spPr>
          <a:xfrm>
            <a:off x="388938" y="1630363"/>
            <a:ext cx="8367712" cy="3951287"/>
          </a:xfrm>
        </p:spPr>
      </p:pic>
      <p:sp>
        <p:nvSpPr>
          <p:cNvPr id="2" name="Datumsplatzhalter 1">
            <a:extLst>
              <a:ext uri="{FF2B5EF4-FFF2-40B4-BE49-F238E27FC236}">
                <a16:creationId xmlns:a16="http://schemas.microsoft.com/office/drawing/2014/main" id="{31531B03-0E1B-445D-9969-ECF6216C943F}"/>
              </a:ext>
            </a:extLst>
          </p:cNvPr>
          <p:cNvSpPr>
            <a:spLocks noGrp="1"/>
          </p:cNvSpPr>
          <p:nvPr>
            <p:ph type="dt" sz="half" idx="10"/>
          </p:nvPr>
        </p:nvSpPr>
        <p:spPr/>
        <p:txBody>
          <a:bodyPr/>
          <a:lstStyle/>
          <a:p>
            <a:fld id="{2021D2CA-1FA8-40A5-9C8B-40F8258AC220}" type="datetime4">
              <a:rPr lang="de-DE" smtClean="0"/>
              <a:t>18. März 2026</a:t>
            </a:fld>
            <a:endParaRPr lang="de-DE" dirty="0"/>
          </a:p>
        </p:txBody>
      </p:sp>
      <p:sp>
        <p:nvSpPr>
          <p:cNvPr id="3" name="Fußzeilenplatzhalter 2">
            <a:extLst>
              <a:ext uri="{FF2B5EF4-FFF2-40B4-BE49-F238E27FC236}">
                <a16:creationId xmlns:a16="http://schemas.microsoft.com/office/drawing/2014/main" id="{2B646645-8EC6-4FA4-9573-48A908AA23C6}"/>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0AABFB25-2B51-4D4F-B879-226DA1E8C45B}"/>
              </a:ext>
            </a:extLst>
          </p:cNvPr>
          <p:cNvSpPr>
            <a:spLocks noGrp="1"/>
          </p:cNvSpPr>
          <p:nvPr>
            <p:ph type="sldNum" sz="quarter" idx="12"/>
          </p:nvPr>
        </p:nvSpPr>
        <p:spPr/>
        <p:txBody>
          <a:bodyPr/>
          <a:lstStyle/>
          <a:p>
            <a:fld id="{D949F9DF-37BD-4CD6-BF49-65BA579E1D7A}" type="slidenum">
              <a:rPr lang="de-DE" smtClean="0"/>
              <a:pPr/>
              <a:t>11</a:t>
            </a:fld>
            <a:endParaRPr lang="de-DE"/>
          </a:p>
        </p:txBody>
      </p:sp>
    </p:spTree>
    <p:extLst>
      <p:ext uri="{BB962C8B-B14F-4D97-AF65-F5344CB8AC3E}">
        <p14:creationId xmlns:p14="http://schemas.microsoft.com/office/powerpoint/2010/main" val="364309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88BA7CC-28C1-49A7-91B6-F68C2828BC4D}"/>
              </a:ext>
            </a:extLst>
          </p:cNvPr>
          <p:cNvSpPr>
            <a:spLocks noGrp="1"/>
          </p:cNvSpPr>
          <p:nvPr>
            <p:ph type="title"/>
          </p:nvPr>
        </p:nvSpPr>
        <p:spPr/>
        <p:txBody>
          <a:bodyPr/>
          <a:lstStyle/>
          <a:p>
            <a:r>
              <a:rPr lang="de-DE" dirty="0"/>
              <a:t>Bildfolie</a:t>
            </a:r>
          </a:p>
        </p:txBody>
      </p:sp>
      <p:pic>
        <p:nvPicPr>
          <p:cNvPr id="9" name="Bildplatzhalter 11">
            <a:extLst>
              <a:ext uri="{FF2B5EF4-FFF2-40B4-BE49-F238E27FC236}">
                <a16:creationId xmlns:a16="http://schemas.microsoft.com/office/drawing/2014/main" id="{AD86819D-6C7A-4291-88D2-388CE9445603}"/>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11017" r="11017"/>
          <a:stretch/>
        </p:blipFill>
        <p:spPr/>
      </p:pic>
      <p:sp>
        <p:nvSpPr>
          <p:cNvPr id="6" name="Textplatzhalter 5">
            <a:extLst>
              <a:ext uri="{FF2B5EF4-FFF2-40B4-BE49-F238E27FC236}">
                <a16:creationId xmlns:a16="http://schemas.microsoft.com/office/drawing/2014/main" id="{7EB95F02-6447-40ED-8582-883A73E3B6CB}"/>
              </a:ext>
            </a:extLst>
          </p:cNvPr>
          <p:cNvSpPr>
            <a:spLocks noGrp="1"/>
          </p:cNvSpPr>
          <p:nvPr>
            <p:ph type="body" sz="quarter" idx="26"/>
          </p:nvPr>
        </p:nvSpPr>
        <p:spPr/>
        <p:txBody>
          <a:bodyPr/>
          <a:lstStyle/>
          <a:p>
            <a:r>
              <a:rPr lang="de-DE" dirty="0"/>
              <a:t>Bildunterschrift oder Beschreibung möglich.</a:t>
            </a:r>
            <a:br>
              <a:rPr lang="de-DE" dirty="0"/>
            </a:br>
            <a:r>
              <a:rPr lang="de-DE" dirty="0"/>
              <a:t>Gegebenenfalls löschen.</a:t>
            </a:r>
          </a:p>
        </p:txBody>
      </p:sp>
      <p:sp>
        <p:nvSpPr>
          <p:cNvPr id="7" name="Textplatzhalter 6">
            <a:extLst>
              <a:ext uri="{FF2B5EF4-FFF2-40B4-BE49-F238E27FC236}">
                <a16:creationId xmlns:a16="http://schemas.microsoft.com/office/drawing/2014/main" id="{1BDD907B-64FE-4662-B7FF-C0462796A914}"/>
              </a:ext>
            </a:extLst>
          </p:cNvPr>
          <p:cNvSpPr>
            <a:spLocks noGrp="1"/>
          </p:cNvSpPr>
          <p:nvPr>
            <p:ph type="body" sz="quarter" idx="28"/>
          </p:nvPr>
        </p:nvSpPr>
        <p:spPr/>
        <p:txBody>
          <a:bodyPr/>
          <a:lstStyle/>
          <a:p>
            <a:r>
              <a:rPr lang="de-DE" dirty="0"/>
              <a:t>Bildunterschrift oder Beschreibung möglich.</a:t>
            </a:r>
            <a:br>
              <a:rPr lang="de-DE" dirty="0"/>
            </a:br>
            <a:r>
              <a:rPr lang="de-DE" dirty="0"/>
              <a:t>Gegebenenfalls löschen.</a:t>
            </a:r>
          </a:p>
        </p:txBody>
      </p:sp>
      <p:sp>
        <p:nvSpPr>
          <p:cNvPr id="5" name="Bildplatzhalter 4">
            <a:extLst>
              <a:ext uri="{FF2B5EF4-FFF2-40B4-BE49-F238E27FC236}">
                <a16:creationId xmlns:a16="http://schemas.microsoft.com/office/drawing/2014/main" id="{526CC98D-4561-4BD5-BEFB-9B8F5979BE2B}"/>
              </a:ext>
            </a:extLst>
          </p:cNvPr>
          <p:cNvSpPr>
            <a:spLocks noGrp="1"/>
          </p:cNvSpPr>
          <p:nvPr>
            <p:ph type="pic" sz="quarter" idx="38"/>
          </p:nvPr>
        </p:nvSpPr>
        <p:spPr/>
      </p:sp>
      <p:sp>
        <p:nvSpPr>
          <p:cNvPr id="3" name="Textplatzhalter 2">
            <a:extLst>
              <a:ext uri="{FF2B5EF4-FFF2-40B4-BE49-F238E27FC236}">
                <a16:creationId xmlns:a16="http://schemas.microsoft.com/office/drawing/2014/main" id="{F4498CAB-7623-4AD1-9BDA-6908340C04F2}"/>
              </a:ext>
            </a:extLst>
          </p:cNvPr>
          <p:cNvSpPr>
            <a:spLocks noGrp="1"/>
          </p:cNvSpPr>
          <p:nvPr>
            <p:ph type="body" sz="quarter" idx="37"/>
          </p:nvPr>
        </p:nvSpPr>
        <p:spPr/>
        <p:txBody>
          <a:bodyPr/>
          <a:lstStyle/>
          <a:p>
            <a:r>
              <a:rPr lang="de-DE" dirty="0"/>
              <a:t>Subheadline möglich. Gegebenenfalls löschen.</a:t>
            </a:r>
          </a:p>
        </p:txBody>
      </p:sp>
      <p:pic>
        <p:nvPicPr>
          <p:cNvPr id="10" name="Bildplatzhalter 11">
            <a:extLst>
              <a:ext uri="{FF2B5EF4-FFF2-40B4-BE49-F238E27FC236}">
                <a16:creationId xmlns:a16="http://schemas.microsoft.com/office/drawing/2014/main" id="{7EA4A31E-4333-4B94-A246-DC755913FAAB}"/>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l="11017" r="11017"/>
          <a:stretch/>
        </p:blipFill>
        <p:spPr>
          <a:xfrm>
            <a:off x="4654550" y="1630363"/>
            <a:ext cx="4102100" cy="3951287"/>
          </a:xfrm>
        </p:spPr>
      </p:pic>
      <p:sp>
        <p:nvSpPr>
          <p:cNvPr id="2" name="Datumsplatzhalter 1">
            <a:extLst>
              <a:ext uri="{FF2B5EF4-FFF2-40B4-BE49-F238E27FC236}">
                <a16:creationId xmlns:a16="http://schemas.microsoft.com/office/drawing/2014/main" id="{47F62210-DC50-4919-93FD-691726826970}"/>
              </a:ext>
            </a:extLst>
          </p:cNvPr>
          <p:cNvSpPr>
            <a:spLocks noGrp="1"/>
          </p:cNvSpPr>
          <p:nvPr>
            <p:ph type="dt" sz="half" idx="10"/>
          </p:nvPr>
        </p:nvSpPr>
        <p:spPr/>
        <p:txBody>
          <a:bodyPr/>
          <a:lstStyle/>
          <a:p>
            <a:fld id="{314B4DEA-D784-48C5-BCF6-5ADF019EB235}" type="datetime4">
              <a:rPr lang="de-DE" smtClean="0"/>
              <a:t>18. März 2026</a:t>
            </a:fld>
            <a:endParaRPr lang="de-DE" dirty="0"/>
          </a:p>
        </p:txBody>
      </p:sp>
      <p:sp>
        <p:nvSpPr>
          <p:cNvPr id="8" name="Fußzeilenplatzhalter 7">
            <a:extLst>
              <a:ext uri="{FF2B5EF4-FFF2-40B4-BE49-F238E27FC236}">
                <a16:creationId xmlns:a16="http://schemas.microsoft.com/office/drawing/2014/main" id="{9B87255A-7F95-4935-89D8-262291F25A1B}"/>
              </a:ext>
            </a:extLst>
          </p:cNvPr>
          <p:cNvSpPr>
            <a:spLocks noGrp="1"/>
          </p:cNvSpPr>
          <p:nvPr>
            <p:ph type="ftr" sz="quarter" idx="11"/>
          </p:nvPr>
        </p:nvSpPr>
        <p:spPr/>
        <p:txBody>
          <a:bodyPr/>
          <a:lstStyle/>
          <a:p>
            <a:r>
              <a:rPr lang="de-DE"/>
              <a:t>Technische Fakultät</a:t>
            </a:r>
            <a:endParaRPr lang="de-DE" dirty="0"/>
          </a:p>
        </p:txBody>
      </p:sp>
      <p:sp>
        <p:nvSpPr>
          <p:cNvPr id="11" name="Foliennummernplatzhalter 10">
            <a:extLst>
              <a:ext uri="{FF2B5EF4-FFF2-40B4-BE49-F238E27FC236}">
                <a16:creationId xmlns:a16="http://schemas.microsoft.com/office/drawing/2014/main" id="{3BBE3445-5829-4682-8A77-4B5B5A38B6A7}"/>
              </a:ext>
            </a:extLst>
          </p:cNvPr>
          <p:cNvSpPr>
            <a:spLocks noGrp="1"/>
          </p:cNvSpPr>
          <p:nvPr>
            <p:ph type="sldNum" sz="quarter" idx="12"/>
          </p:nvPr>
        </p:nvSpPr>
        <p:spPr/>
        <p:txBody>
          <a:bodyPr/>
          <a:lstStyle/>
          <a:p>
            <a:fld id="{D949F9DF-37BD-4CD6-BF49-65BA579E1D7A}" type="slidenum">
              <a:rPr lang="de-DE" smtClean="0"/>
              <a:pPr/>
              <a:t>12</a:t>
            </a:fld>
            <a:endParaRPr lang="de-DE"/>
          </a:p>
        </p:txBody>
      </p:sp>
    </p:spTree>
    <p:extLst>
      <p:ext uri="{BB962C8B-B14F-4D97-AF65-F5344CB8AC3E}">
        <p14:creationId xmlns:p14="http://schemas.microsoft.com/office/powerpoint/2010/main" val="2448214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F95B126-0EC2-48D2-A4D7-DF63C26B3655}"/>
              </a:ext>
            </a:extLst>
          </p:cNvPr>
          <p:cNvSpPr>
            <a:spLocks noGrp="1"/>
          </p:cNvSpPr>
          <p:nvPr>
            <p:ph type="dt" sz="half" idx="10"/>
          </p:nvPr>
        </p:nvSpPr>
        <p:spPr/>
        <p:txBody>
          <a:bodyPr/>
          <a:lstStyle/>
          <a:p>
            <a:fld id="{5F7E1A35-F646-4CEB-9694-5FB507FFD4C5}" type="datetime4">
              <a:rPr lang="de-DE" smtClean="0"/>
              <a:t>18. März 2026</a:t>
            </a:fld>
            <a:endParaRPr lang="de-DE" dirty="0"/>
          </a:p>
        </p:txBody>
      </p:sp>
      <p:sp>
        <p:nvSpPr>
          <p:cNvPr id="3" name="Fußzeilenplatzhalter 2">
            <a:extLst>
              <a:ext uri="{FF2B5EF4-FFF2-40B4-BE49-F238E27FC236}">
                <a16:creationId xmlns:a16="http://schemas.microsoft.com/office/drawing/2014/main" id="{77866C35-EA17-4D99-849B-3F31B93DA64B}"/>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0F9EF788-833F-45D7-9AF7-239AF93D6D98}"/>
              </a:ext>
            </a:extLst>
          </p:cNvPr>
          <p:cNvSpPr>
            <a:spLocks noGrp="1"/>
          </p:cNvSpPr>
          <p:nvPr>
            <p:ph type="sldNum" sz="quarter" idx="12"/>
          </p:nvPr>
        </p:nvSpPr>
        <p:spPr/>
        <p:txBody>
          <a:bodyPr/>
          <a:lstStyle/>
          <a:p>
            <a:fld id="{D949F9DF-37BD-4CD6-BF49-65BA579E1D7A}" type="slidenum">
              <a:rPr lang="de-DE" smtClean="0"/>
              <a:pPr/>
              <a:t>13</a:t>
            </a:fld>
            <a:endParaRPr lang="de-DE"/>
          </a:p>
        </p:txBody>
      </p:sp>
      <p:sp>
        <p:nvSpPr>
          <p:cNvPr id="12" name="Titel 11">
            <a:extLst>
              <a:ext uri="{FF2B5EF4-FFF2-40B4-BE49-F238E27FC236}">
                <a16:creationId xmlns:a16="http://schemas.microsoft.com/office/drawing/2014/main" id="{D7361FF8-70D8-45C3-B9F2-058D86256A17}"/>
              </a:ext>
            </a:extLst>
          </p:cNvPr>
          <p:cNvSpPr>
            <a:spLocks noGrp="1"/>
          </p:cNvSpPr>
          <p:nvPr>
            <p:ph type="title"/>
          </p:nvPr>
        </p:nvSpPr>
        <p:spPr/>
        <p:txBody>
          <a:bodyPr/>
          <a:lstStyle/>
          <a:p>
            <a:r>
              <a:rPr lang="de-DE" dirty="0"/>
              <a:t>Bildfolie | dreispaltig</a:t>
            </a:r>
          </a:p>
        </p:txBody>
      </p:sp>
      <p:sp>
        <p:nvSpPr>
          <p:cNvPr id="14" name="Textplatzhalter 13">
            <a:extLst>
              <a:ext uri="{FF2B5EF4-FFF2-40B4-BE49-F238E27FC236}">
                <a16:creationId xmlns:a16="http://schemas.microsoft.com/office/drawing/2014/main" id="{3DA203B3-85C9-4F4B-9BC6-9240440235A2}"/>
              </a:ext>
            </a:extLst>
          </p:cNvPr>
          <p:cNvSpPr>
            <a:spLocks noGrp="1"/>
          </p:cNvSpPr>
          <p:nvPr>
            <p:ph type="body" sz="quarter" idx="26"/>
          </p:nvPr>
        </p:nvSpPr>
        <p:spPr/>
        <p:txBody>
          <a:bodyPr/>
          <a:lstStyle/>
          <a:p>
            <a:r>
              <a:rPr lang="de-DE" dirty="0"/>
              <a:t>Bildunterschrift oder Beschreibung möglich. Gegebenenfalls löschen.</a:t>
            </a:r>
          </a:p>
        </p:txBody>
      </p:sp>
      <p:sp>
        <p:nvSpPr>
          <p:cNvPr id="16" name="Textplatzhalter 15">
            <a:extLst>
              <a:ext uri="{FF2B5EF4-FFF2-40B4-BE49-F238E27FC236}">
                <a16:creationId xmlns:a16="http://schemas.microsoft.com/office/drawing/2014/main" id="{CAB762CB-7845-42AA-8F57-0D3BF81F0688}"/>
              </a:ext>
            </a:extLst>
          </p:cNvPr>
          <p:cNvSpPr>
            <a:spLocks noGrp="1"/>
          </p:cNvSpPr>
          <p:nvPr>
            <p:ph type="body" sz="quarter" idx="28"/>
          </p:nvPr>
        </p:nvSpPr>
        <p:spPr/>
        <p:txBody>
          <a:bodyPr/>
          <a:lstStyle/>
          <a:p>
            <a:r>
              <a:rPr lang="de-DE"/>
              <a:t>Bildunterschrift oder Beschreibung möglich. Gegebenenfalls löschen.</a:t>
            </a:r>
            <a:endParaRPr lang="de-DE" dirty="0"/>
          </a:p>
        </p:txBody>
      </p:sp>
      <p:sp>
        <p:nvSpPr>
          <p:cNvPr id="18" name="Textplatzhalter 17">
            <a:extLst>
              <a:ext uri="{FF2B5EF4-FFF2-40B4-BE49-F238E27FC236}">
                <a16:creationId xmlns:a16="http://schemas.microsoft.com/office/drawing/2014/main" id="{CA4D5827-9B10-4E6B-BE3D-8C11043692FF}"/>
              </a:ext>
            </a:extLst>
          </p:cNvPr>
          <p:cNvSpPr>
            <a:spLocks noGrp="1"/>
          </p:cNvSpPr>
          <p:nvPr>
            <p:ph type="body" sz="quarter" idx="30"/>
          </p:nvPr>
        </p:nvSpPr>
        <p:spPr/>
        <p:txBody>
          <a:bodyPr/>
          <a:lstStyle/>
          <a:p>
            <a:r>
              <a:rPr lang="de-DE"/>
              <a:t>Bildunterschrift oder Beschreibung möglich. Gegebenenfalls löschen.</a:t>
            </a:r>
            <a:endParaRPr lang="de-DE" dirty="0"/>
          </a:p>
        </p:txBody>
      </p:sp>
      <p:sp>
        <p:nvSpPr>
          <p:cNvPr id="20" name="Bildplatzhalter 19">
            <a:extLst>
              <a:ext uri="{FF2B5EF4-FFF2-40B4-BE49-F238E27FC236}">
                <a16:creationId xmlns:a16="http://schemas.microsoft.com/office/drawing/2014/main" id="{7F4455C3-908D-47B4-B1A3-098684D64B55}"/>
              </a:ext>
            </a:extLst>
          </p:cNvPr>
          <p:cNvSpPr>
            <a:spLocks noGrp="1"/>
          </p:cNvSpPr>
          <p:nvPr>
            <p:ph type="pic" sz="quarter" idx="38"/>
          </p:nvPr>
        </p:nvSpPr>
        <p:spPr/>
      </p:sp>
      <p:sp>
        <p:nvSpPr>
          <p:cNvPr id="19" name="Textplatzhalter 18">
            <a:extLst>
              <a:ext uri="{FF2B5EF4-FFF2-40B4-BE49-F238E27FC236}">
                <a16:creationId xmlns:a16="http://schemas.microsoft.com/office/drawing/2014/main" id="{BFA328E3-E7BD-4BE3-8665-4ABD08F32E9A}"/>
              </a:ext>
            </a:extLst>
          </p:cNvPr>
          <p:cNvSpPr>
            <a:spLocks noGrp="1"/>
          </p:cNvSpPr>
          <p:nvPr>
            <p:ph type="body" sz="quarter" idx="37"/>
          </p:nvPr>
        </p:nvSpPr>
        <p:spPr/>
        <p:txBody>
          <a:bodyPr/>
          <a:lstStyle/>
          <a:p>
            <a:r>
              <a:rPr lang="de-DE" dirty="0"/>
              <a:t>Subheadline möglich. Gegebenenfalls löschen.</a:t>
            </a:r>
          </a:p>
        </p:txBody>
      </p:sp>
      <p:pic>
        <p:nvPicPr>
          <p:cNvPr id="21" name="Bildplatzhalter 11">
            <a:extLst>
              <a:ext uri="{FF2B5EF4-FFF2-40B4-BE49-F238E27FC236}">
                <a16:creationId xmlns:a16="http://schemas.microsoft.com/office/drawing/2014/main" id="{69C5125D-C34C-4A94-A408-5EBDC6B9C31C}"/>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24564" r="24564"/>
          <a:stretch/>
        </p:blipFill>
        <p:spPr>
          <a:xfrm>
            <a:off x="388938" y="1630363"/>
            <a:ext cx="2676525" cy="3951287"/>
          </a:xfrm>
        </p:spPr>
      </p:pic>
      <p:pic>
        <p:nvPicPr>
          <p:cNvPr id="22" name="Bildplatzhalter 11">
            <a:extLst>
              <a:ext uri="{FF2B5EF4-FFF2-40B4-BE49-F238E27FC236}">
                <a16:creationId xmlns:a16="http://schemas.microsoft.com/office/drawing/2014/main" id="{16E49151-8CEC-431B-9FAA-4703CDD827DB}"/>
              </a:ext>
            </a:extLst>
          </p:cNvPr>
          <p:cNvPicPr>
            <a:picLocks noGrp="1" noChangeAspect="1"/>
          </p:cNvPicPr>
          <p:nvPr>
            <p:ph type="pic" sz="quarter" idx="29"/>
          </p:nvPr>
        </p:nvPicPr>
        <p:blipFill rotWithShape="1">
          <a:blip r:embed="rId2" cstate="screen">
            <a:extLst>
              <a:ext uri="{28A0092B-C50C-407E-A947-70E740481C1C}">
                <a14:useLocalDpi xmlns:a14="http://schemas.microsoft.com/office/drawing/2010/main"/>
              </a:ext>
            </a:extLst>
          </a:blip>
          <a:srcRect l="24549" r="24549"/>
          <a:stretch/>
        </p:blipFill>
        <p:spPr>
          <a:xfrm>
            <a:off x="3233738" y="1630363"/>
            <a:ext cx="2678112" cy="3951287"/>
          </a:xfrm>
        </p:spPr>
      </p:pic>
      <p:pic>
        <p:nvPicPr>
          <p:cNvPr id="23" name="Bildplatzhalter 11">
            <a:extLst>
              <a:ext uri="{FF2B5EF4-FFF2-40B4-BE49-F238E27FC236}">
                <a16:creationId xmlns:a16="http://schemas.microsoft.com/office/drawing/2014/main" id="{F8724BE8-D135-410D-B0D4-0A77E9ABDCAF}"/>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l="24564" r="24564"/>
          <a:stretch/>
        </p:blipFill>
        <p:spPr>
          <a:xfrm>
            <a:off x="6080125" y="1630363"/>
            <a:ext cx="2676525" cy="3951287"/>
          </a:xfrm>
        </p:spPr>
      </p:pic>
    </p:spTree>
    <p:extLst>
      <p:ext uri="{BB962C8B-B14F-4D97-AF65-F5344CB8AC3E}">
        <p14:creationId xmlns:p14="http://schemas.microsoft.com/office/powerpoint/2010/main" val="1151161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130207E-6EF2-4D9C-A732-E05DDF35E994}"/>
              </a:ext>
            </a:extLst>
          </p:cNvPr>
          <p:cNvSpPr>
            <a:spLocks noGrp="1"/>
          </p:cNvSpPr>
          <p:nvPr>
            <p:ph type="dt" sz="half" idx="10"/>
          </p:nvPr>
        </p:nvSpPr>
        <p:spPr/>
        <p:txBody>
          <a:bodyPr/>
          <a:lstStyle/>
          <a:p>
            <a:fld id="{67554215-56B5-4814-BB2A-FAAE0DF9F381}" type="datetime4">
              <a:rPr lang="de-DE" smtClean="0"/>
              <a:t>18. März 2026</a:t>
            </a:fld>
            <a:endParaRPr lang="de-DE" dirty="0"/>
          </a:p>
        </p:txBody>
      </p:sp>
      <p:sp>
        <p:nvSpPr>
          <p:cNvPr id="3" name="Fußzeilenplatzhalter 2">
            <a:extLst>
              <a:ext uri="{FF2B5EF4-FFF2-40B4-BE49-F238E27FC236}">
                <a16:creationId xmlns:a16="http://schemas.microsoft.com/office/drawing/2014/main" id="{9431B5C5-724B-4286-BC4D-EE34D293C45A}"/>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73F4FD93-5AD4-4FCD-95AA-C13DEBD48A96}"/>
              </a:ext>
            </a:extLst>
          </p:cNvPr>
          <p:cNvSpPr>
            <a:spLocks noGrp="1"/>
          </p:cNvSpPr>
          <p:nvPr>
            <p:ph type="sldNum" sz="quarter" idx="12"/>
          </p:nvPr>
        </p:nvSpPr>
        <p:spPr/>
        <p:txBody>
          <a:bodyPr/>
          <a:lstStyle/>
          <a:p>
            <a:fld id="{D949F9DF-37BD-4CD6-BF49-65BA579E1D7A}" type="slidenum">
              <a:rPr lang="de-DE" smtClean="0"/>
              <a:pPr/>
              <a:t>14</a:t>
            </a:fld>
            <a:endParaRPr lang="de-DE"/>
          </a:p>
        </p:txBody>
      </p:sp>
      <p:sp>
        <p:nvSpPr>
          <p:cNvPr id="14" name="Titel 13">
            <a:extLst>
              <a:ext uri="{FF2B5EF4-FFF2-40B4-BE49-F238E27FC236}">
                <a16:creationId xmlns:a16="http://schemas.microsoft.com/office/drawing/2014/main" id="{24FFA305-37F9-40E9-B43B-89DB796D0C97}"/>
              </a:ext>
            </a:extLst>
          </p:cNvPr>
          <p:cNvSpPr>
            <a:spLocks noGrp="1"/>
          </p:cNvSpPr>
          <p:nvPr>
            <p:ph type="title"/>
          </p:nvPr>
        </p:nvSpPr>
        <p:spPr/>
        <p:txBody>
          <a:bodyPr/>
          <a:lstStyle/>
          <a:p>
            <a:r>
              <a:rPr lang="de-DE"/>
              <a:t>Inhaltsfolie | Säulendiagramm</a:t>
            </a:r>
            <a:endParaRPr lang="de-DE" dirty="0"/>
          </a:p>
        </p:txBody>
      </p:sp>
      <p:sp>
        <p:nvSpPr>
          <p:cNvPr id="17" name="Bildplatzhalter 16">
            <a:extLst>
              <a:ext uri="{FF2B5EF4-FFF2-40B4-BE49-F238E27FC236}">
                <a16:creationId xmlns:a16="http://schemas.microsoft.com/office/drawing/2014/main" id="{2318B462-9799-463D-B64A-115BE07A4416}"/>
              </a:ext>
            </a:extLst>
          </p:cNvPr>
          <p:cNvSpPr>
            <a:spLocks noGrp="1"/>
          </p:cNvSpPr>
          <p:nvPr>
            <p:ph type="pic" sz="quarter" idx="38"/>
          </p:nvPr>
        </p:nvSpPr>
        <p:spPr/>
      </p:sp>
      <p:sp>
        <p:nvSpPr>
          <p:cNvPr id="16" name="Textplatzhalter 15">
            <a:extLst>
              <a:ext uri="{FF2B5EF4-FFF2-40B4-BE49-F238E27FC236}">
                <a16:creationId xmlns:a16="http://schemas.microsoft.com/office/drawing/2014/main" id="{5BD29D85-E4A0-46AB-8A84-D10B6B1F1408}"/>
              </a:ext>
            </a:extLst>
          </p:cNvPr>
          <p:cNvSpPr>
            <a:spLocks noGrp="1"/>
          </p:cNvSpPr>
          <p:nvPr>
            <p:ph type="body" sz="quarter" idx="37"/>
          </p:nvPr>
        </p:nvSpPr>
        <p:spPr/>
        <p:txBody>
          <a:bodyPr/>
          <a:lstStyle/>
          <a:p>
            <a:r>
              <a:rPr lang="de-DE" dirty="0"/>
              <a:t>Subheadline möglich. Gegebenenfalls löschen.</a:t>
            </a:r>
          </a:p>
        </p:txBody>
      </p:sp>
      <p:graphicFrame>
        <p:nvGraphicFramePr>
          <p:cNvPr id="11" name="Inhaltsplatzhalter 15">
            <a:extLst>
              <a:ext uri="{FF2B5EF4-FFF2-40B4-BE49-F238E27FC236}">
                <a16:creationId xmlns:a16="http://schemas.microsoft.com/office/drawing/2014/main" id="{417A41FF-A58C-43B3-891F-9AA6E13E690F}"/>
              </a:ext>
            </a:extLst>
          </p:cNvPr>
          <p:cNvGraphicFramePr>
            <a:graphicFrameLocks noGrp="1"/>
          </p:cNvGraphicFramePr>
          <p:nvPr>
            <p:ph sz="quarter" idx="14"/>
            <p:extLst>
              <p:ext uri="{D42A27DB-BD31-4B8C-83A1-F6EECF244321}">
                <p14:modId xmlns:p14="http://schemas.microsoft.com/office/powerpoint/2010/main" val="2287172856"/>
              </p:ext>
            </p:extLst>
          </p:nvPr>
        </p:nvGraphicFramePr>
        <p:xfrm>
          <a:off x="388938" y="1630363"/>
          <a:ext cx="8366125" cy="45704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0074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8CABA65-8554-4AFA-BAF1-9C9BB1CD3352}"/>
              </a:ext>
            </a:extLst>
          </p:cNvPr>
          <p:cNvSpPr>
            <a:spLocks noGrp="1"/>
          </p:cNvSpPr>
          <p:nvPr>
            <p:ph type="dt" sz="half" idx="10"/>
          </p:nvPr>
        </p:nvSpPr>
        <p:spPr>
          <a:xfrm>
            <a:off x="7800992" y="6634667"/>
            <a:ext cx="649217" cy="107722"/>
          </a:xfrm>
        </p:spPr>
        <p:txBody>
          <a:bodyPr/>
          <a:lstStyle/>
          <a:p>
            <a:fld id="{FA4A80CD-3273-43A8-BB3A-D2BA5D9C38B9}" type="datetime4">
              <a:rPr lang="de-DE" smtClean="0"/>
              <a:t>18. März 2026</a:t>
            </a:fld>
            <a:endParaRPr lang="de-DE" dirty="0"/>
          </a:p>
        </p:txBody>
      </p:sp>
      <p:sp>
        <p:nvSpPr>
          <p:cNvPr id="3" name="Fußzeilenplatzhalter 2">
            <a:extLst>
              <a:ext uri="{FF2B5EF4-FFF2-40B4-BE49-F238E27FC236}">
                <a16:creationId xmlns:a16="http://schemas.microsoft.com/office/drawing/2014/main" id="{195795A1-BD1C-464C-9A86-2DC7CBBB2133}"/>
              </a:ext>
            </a:extLst>
          </p:cNvPr>
          <p:cNvSpPr>
            <a:spLocks noGrp="1"/>
          </p:cNvSpPr>
          <p:nvPr>
            <p:ph type="ftr" sz="quarter" idx="11"/>
          </p:nvPr>
        </p:nvSpPr>
        <p:spPr>
          <a:xfrm>
            <a:off x="388739" y="6634667"/>
            <a:ext cx="4102299" cy="107722"/>
          </a:xfrm>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9E9C1266-DAE9-4A51-A005-1C87F6BB4A61}"/>
              </a:ext>
            </a:extLst>
          </p:cNvPr>
          <p:cNvSpPr>
            <a:spLocks noGrp="1"/>
          </p:cNvSpPr>
          <p:nvPr>
            <p:ph type="sldNum" sz="quarter" idx="12"/>
          </p:nvPr>
        </p:nvSpPr>
        <p:spPr>
          <a:xfrm>
            <a:off x="8575907" y="6634667"/>
            <a:ext cx="181140" cy="107722"/>
          </a:xfrm>
        </p:spPr>
        <p:txBody>
          <a:bodyPr/>
          <a:lstStyle/>
          <a:p>
            <a:fld id="{D949F9DF-37BD-4CD6-BF49-65BA579E1D7A}" type="slidenum">
              <a:rPr lang="de-DE" smtClean="0"/>
              <a:pPr/>
              <a:t>15</a:t>
            </a:fld>
            <a:endParaRPr lang="de-DE"/>
          </a:p>
        </p:txBody>
      </p:sp>
      <p:sp>
        <p:nvSpPr>
          <p:cNvPr id="18" name="Textplatzhalter 17">
            <a:extLst>
              <a:ext uri="{FF2B5EF4-FFF2-40B4-BE49-F238E27FC236}">
                <a16:creationId xmlns:a16="http://schemas.microsoft.com/office/drawing/2014/main" id="{F944D173-135F-4EB9-AAE0-232CF55D30B4}"/>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a:t>
            </a:r>
            <a:br>
              <a:rPr lang="de-DE" dirty="0"/>
            </a:br>
            <a:r>
              <a:rPr lang="de-DE" dirty="0"/>
              <a:t>et justo duo dolores</a:t>
            </a:r>
          </a:p>
        </p:txBody>
      </p:sp>
      <p:sp>
        <p:nvSpPr>
          <p:cNvPr id="17" name="Titel 16">
            <a:extLst>
              <a:ext uri="{FF2B5EF4-FFF2-40B4-BE49-F238E27FC236}">
                <a16:creationId xmlns:a16="http://schemas.microsoft.com/office/drawing/2014/main" id="{B58FD015-CC11-416D-BD0A-663E128CB873}"/>
              </a:ext>
            </a:extLst>
          </p:cNvPr>
          <p:cNvSpPr>
            <a:spLocks noGrp="1"/>
          </p:cNvSpPr>
          <p:nvPr>
            <p:ph type="title"/>
          </p:nvPr>
        </p:nvSpPr>
        <p:spPr/>
        <p:txBody>
          <a:bodyPr/>
          <a:lstStyle/>
          <a:p>
            <a:r>
              <a:rPr lang="de-DE"/>
              <a:t>Inhaltsfolie mit Text | Säulendiagramm</a:t>
            </a:r>
          </a:p>
        </p:txBody>
      </p:sp>
      <p:sp>
        <p:nvSpPr>
          <p:cNvPr id="21" name="Bildplatzhalter 20">
            <a:extLst>
              <a:ext uri="{FF2B5EF4-FFF2-40B4-BE49-F238E27FC236}">
                <a16:creationId xmlns:a16="http://schemas.microsoft.com/office/drawing/2014/main" id="{BECD631E-03A1-422F-923C-2A0F3B886A95}"/>
              </a:ext>
            </a:extLst>
          </p:cNvPr>
          <p:cNvSpPr>
            <a:spLocks noGrp="1"/>
          </p:cNvSpPr>
          <p:nvPr>
            <p:ph type="pic" sz="quarter" idx="38"/>
          </p:nvPr>
        </p:nvSpPr>
        <p:spPr/>
      </p:sp>
      <p:sp>
        <p:nvSpPr>
          <p:cNvPr id="20" name="Textplatzhalter 19">
            <a:extLst>
              <a:ext uri="{FF2B5EF4-FFF2-40B4-BE49-F238E27FC236}">
                <a16:creationId xmlns:a16="http://schemas.microsoft.com/office/drawing/2014/main" id="{B051F176-DCEB-48A4-8B97-4BD759EBE35F}"/>
              </a:ext>
            </a:extLst>
          </p:cNvPr>
          <p:cNvSpPr>
            <a:spLocks noGrp="1"/>
          </p:cNvSpPr>
          <p:nvPr>
            <p:ph type="body" sz="quarter" idx="37"/>
          </p:nvPr>
        </p:nvSpPr>
        <p:spPr/>
        <p:txBody>
          <a:bodyPr/>
          <a:lstStyle/>
          <a:p>
            <a:r>
              <a:rPr lang="de-DE" dirty="0"/>
              <a:t>Subheadline möglich. Gegebenenfalls löschen.</a:t>
            </a:r>
          </a:p>
        </p:txBody>
      </p:sp>
      <p:graphicFrame>
        <p:nvGraphicFramePr>
          <p:cNvPr id="12" name="Inhaltsplatzhalter 15">
            <a:extLst>
              <a:ext uri="{FF2B5EF4-FFF2-40B4-BE49-F238E27FC236}">
                <a16:creationId xmlns:a16="http://schemas.microsoft.com/office/drawing/2014/main" id="{4CF3357B-8719-4E83-A0E1-BE0B719B6C0A}"/>
              </a:ext>
            </a:extLst>
          </p:cNvPr>
          <p:cNvGraphicFramePr>
            <a:graphicFrameLocks noGrp="1"/>
          </p:cNvGraphicFramePr>
          <p:nvPr>
            <p:ph sz="quarter" idx="16"/>
            <p:extLst>
              <p:ext uri="{D42A27DB-BD31-4B8C-83A1-F6EECF244321}">
                <p14:modId xmlns:p14="http://schemas.microsoft.com/office/powerpoint/2010/main" val="1636746076"/>
              </p:ext>
            </p:extLst>
          </p:nvPr>
        </p:nvGraphicFramePr>
        <p:xfrm>
          <a:off x="388938" y="1631950"/>
          <a:ext cx="5522912" cy="45688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09433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4C475C2-D167-4F53-B565-FCF4596300EF}"/>
              </a:ext>
            </a:extLst>
          </p:cNvPr>
          <p:cNvSpPr>
            <a:spLocks noGrp="1"/>
          </p:cNvSpPr>
          <p:nvPr>
            <p:ph type="dt" sz="half" idx="10"/>
          </p:nvPr>
        </p:nvSpPr>
        <p:spPr/>
        <p:txBody>
          <a:bodyPr/>
          <a:lstStyle/>
          <a:p>
            <a:fld id="{78A5B475-7372-4844-8D85-115927B42314}" type="datetime4">
              <a:rPr lang="de-DE" smtClean="0"/>
              <a:t>18. März 2026</a:t>
            </a:fld>
            <a:endParaRPr lang="de-DE" dirty="0"/>
          </a:p>
        </p:txBody>
      </p:sp>
      <p:sp>
        <p:nvSpPr>
          <p:cNvPr id="3" name="Fußzeilenplatzhalter 2">
            <a:extLst>
              <a:ext uri="{FF2B5EF4-FFF2-40B4-BE49-F238E27FC236}">
                <a16:creationId xmlns:a16="http://schemas.microsoft.com/office/drawing/2014/main" id="{5EFEF336-C9F5-432A-AE6C-9925468C8AAC}"/>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53B1BB8-3090-4D57-9B59-83EFA2971D9A}"/>
              </a:ext>
            </a:extLst>
          </p:cNvPr>
          <p:cNvSpPr>
            <a:spLocks noGrp="1"/>
          </p:cNvSpPr>
          <p:nvPr>
            <p:ph type="sldNum" sz="quarter" idx="12"/>
          </p:nvPr>
        </p:nvSpPr>
        <p:spPr/>
        <p:txBody>
          <a:bodyPr/>
          <a:lstStyle/>
          <a:p>
            <a:fld id="{D949F9DF-37BD-4CD6-BF49-65BA579E1D7A}" type="slidenum">
              <a:rPr lang="de-DE" smtClean="0"/>
              <a:pPr/>
              <a:t>16</a:t>
            </a:fld>
            <a:endParaRPr lang="de-DE"/>
          </a:p>
        </p:txBody>
      </p:sp>
      <p:sp>
        <p:nvSpPr>
          <p:cNvPr id="9" name="Titel 8">
            <a:extLst>
              <a:ext uri="{FF2B5EF4-FFF2-40B4-BE49-F238E27FC236}">
                <a16:creationId xmlns:a16="http://schemas.microsoft.com/office/drawing/2014/main" id="{DFA9F854-3BA6-49ED-BC15-28D76D7642C5}"/>
              </a:ext>
            </a:extLst>
          </p:cNvPr>
          <p:cNvSpPr>
            <a:spLocks noGrp="1"/>
          </p:cNvSpPr>
          <p:nvPr>
            <p:ph type="title"/>
          </p:nvPr>
        </p:nvSpPr>
        <p:spPr/>
        <p:txBody>
          <a:bodyPr/>
          <a:lstStyle/>
          <a:p>
            <a:r>
              <a:rPr lang="de-DE" dirty="0"/>
              <a:t>Inhaltsfolie | Torten- &amp; Ringdiagramm</a:t>
            </a:r>
          </a:p>
        </p:txBody>
      </p:sp>
      <p:sp>
        <p:nvSpPr>
          <p:cNvPr id="12" name="Bildplatzhalter 11">
            <a:extLst>
              <a:ext uri="{FF2B5EF4-FFF2-40B4-BE49-F238E27FC236}">
                <a16:creationId xmlns:a16="http://schemas.microsoft.com/office/drawing/2014/main" id="{8CDE7DD2-27AB-473F-A87B-0DCF77E9DE1B}"/>
              </a:ext>
            </a:extLst>
          </p:cNvPr>
          <p:cNvSpPr>
            <a:spLocks noGrp="1"/>
          </p:cNvSpPr>
          <p:nvPr>
            <p:ph type="pic" sz="quarter" idx="38"/>
          </p:nvPr>
        </p:nvSpPr>
        <p:spPr/>
      </p:sp>
      <p:sp>
        <p:nvSpPr>
          <p:cNvPr id="11" name="Textplatzhalter 10">
            <a:extLst>
              <a:ext uri="{FF2B5EF4-FFF2-40B4-BE49-F238E27FC236}">
                <a16:creationId xmlns:a16="http://schemas.microsoft.com/office/drawing/2014/main" id="{B81F5DD3-E2E6-4E75-A63B-0F080536F9CC}"/>
              </a:ext>
            </a:extLst>
          </p:cNvPr>
          <p:cNvSpPr>
            <a:spLocks noGrp="1"/>
          </p:cNvSpPr>
          <p:nvPr>
            <p:ph type="body" sz="quarter" idx="37"/>
          </p:nvPr>
        </p:nvSpPr>
        <p:spPr/>
        <p:txBody>
          <a:bodyPr/>
          <a:lstStyle/>
          <a:p>
            <a:r>
              <a:rPr lang="de-DE" dirty="0"/>
              <a:t>Subheadline möglich. Gegebenenfalls löschen.</a:t>
            </a:r>
          </a:p>
        </p:txBody>
      </p:sp>
      <p:graphicFrame>
        <p:nvGraphicFramePr>
          <p:cNvPr id="16" name="Inhaltsplatzhalter 13">
            <a:extLst>
              <a:ext uri="{FF2B5EF4-FFF2-40B4-BE49-F238E27FC236}">
                <a16:creationId xmlns:a16="http://schemas.microsoft.com/office/drawing/2014/main" id="{BCC55A11-5AF7-488C-9350-FEE5013772F1}"/>
              </a:ext>
            </a:extLst>
          </p:cNvPr>
          <p:cNvGraphicFramePr>
            <a:graphicFrameLocks noGrp="1"/>
          </p:cNvGraphicFramePr>
          <p:nvPr>
            <p:ph sz="quarter" idx="14"/>
            <p:extLst>
              <p:ext uri="{D42A27DB-BD31-4B8C-83A1-F6EECF244321}">
                <p14:modId xmlns:p14="http://schemas.microsoft.com/office/powerpoint/2010/main" val="4098525595"/>
              </p:ext>
            </p:extLst>
          </p:nvPr>
        </p:nvGraphicFramePr>
        <p:xfrm>
          <a:off x="388938" y="1630363"/>
          <a:ext cx="4102100" cy="45704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Inhaltsplatzhalter 13">
            <a:extLst>
              <a:ext uri="{FF2B5EF4-FFF2-40B4-BE49-F238E27FC236}">
                <a16:creationId xmlns:a16="http://schemas.microsoft.com/office/drawing/2014/main" id="{0D6924A4-D51E-4FBC-A6EE-8B65C0BB798B}"/>
              </a:ext>
            </a:extLst>
          </p:cNvPr>
          <p:cNvGraphicFramePr>
            <a:graphicFrameLocks noGrp="1"/>
          </p:cNvGraphicFramePr>
          <p:nvPr>
            <p:ph sz="quarter" idx="39"/>
            <p:extLst>
              <p:ext uri="{D42A27DB-BD31-4B8C-83A1-F6EECF244321}">
                <p14:modId xmlns:p14="http://schemas.microsoft.com/office/powerpoint/2010/main" val="109960721"/>
              </p:ext>
            </p:extLst>
          </p:nvPr>
        </p:nvGraphicFramePr>
        <p:xfrm>
          <a:off x="4654550" y="1630363"/>
          <a:ext cx="4102100" cy="45704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87808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0BCB16A-4BAF-431F-B839-82BACCDD581D}"/>
              </a:ext>
            </a:extLst>
          </p:cNvPr>
          <p:cNvSpPr>
            <a:spLocks noGrp="1"/>
          </p:cNvSpPr>
          <p:nvPr>
            <p:ph type="dt" sz="half" idx="10"/>
          </p:nvPr>
        </p:nvSpPr>
        <p:spPr/>
        <p:txBody>
          <a:bodyPr/>
          <a:lstStyle/>
          <a:p>
            <a:fld id="{B12FC8BE-481C-4673-8CA3-469078E1714B}" type="datetime4">
              <a:rPr lang="de-DE" smtClean="0"/>
              <a:t>18. März 2026</a:t>
            </a:fld>
            <a:endParaRPr lang="de-DE" dirty="0"/>
          </a:p>
        </p:txBody>
      </p:sp>
      <p:sp>
        <p:nvSpPr>
          <p:cNvPr id="3" name="Fußzeilenplatzhalter 2">
            <a:extLst>
              <a:ext uri="{FF2B5EF4-FFF2-40B4-BE49-F238E27FC236}">
                <a16:creationId xmlns:a16="http://schemas.microsoft.com/office/drawing/2014/main" id="{A7347DC9-05F4-4BAA-A425-90BCED2F5DA5}"/>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F7478BD0-AC1D-49B3-8D83-9267DD8CEABF}"/>
              </a:ext>
            </a:extLst>
          </p:cNvPr>
          <p:cNvSpPr>
            <a:spLocks noGrp="1"/>
          </p:cNvSpPr>
          <p:nvPr>
            <p:ph type="sldNum" sz="quarter" idx="12"/>
          </p:nvPr>
        </p:nvSpPr>
        <p:spPr/>
        <p:txBody>
          <a:bodyPr/>
          <a:lstStyle/>
          <a:p>
            <a:fld id="{D949F9DF-37BD-4CD6-BF49-65BA579E1D7A}" type="slidenum">
              <a:rPr lang="de-DE" smtClean="0"/>
              <a:pPr/>
              <a:t>17</a:t>
            </a:fld>
            <a:endParaRPr lang="de-DE"/>
          </a:p>
        </p:txBody>
      </p:sp>
      <p:sp>
        <p:nvSpPr>
          <p:cNvPr id="11" name="Textplatzhalter 10">
            <a:extLst>
              <a:ext uri="{FF2B5EF4-FFF2-40B4-BE49-F238E27FC236}">
                <a16:creationId xmlns:a16="http://schemas.microsoft.com/office/drawing/2014/main" id="{68B1DEC7-4820-43FA-B3B5-D0AAAD75A9F7}"/>
              </a:ext>
            </a:extLst>
          </p:cNvPr>
          <p:cNvSpPr>
            <a:spLocks noGrp="1"/>
          </p:cNvSpPr>
          <p:nvPr>
            <p:ph type="body" sz="quarter" idx="15"/>
          </p:nvPr>
        </p:nvSpPr>
        <p:spPr/>
        <p:txBody>
          <a:bodyPr/>
          <a:lstStyle/>
          <a:p>
            <a:r>
              <a:rPr lang="de-DE" b="1"/>
              <a:t>Lorem ipsum dolor sit amet,</a:t>
            </a:r>
          </a:p>
          <a:p>
            <a:r>
              <a:rPr lang="de-DE"/>
              <a:t>consetetur sadipscing elitr, sed diam nonumy eirmod tempor invidunt ut labore et dolore mag-na aliquyam erat, sed diam voluptua.</a:t>
            </a:r>
          </a:p>
          <a:p>
            <a:pPr lvl="1"/>
            <a:r>
              <a:rPr lang="de-DE"/>
              <a:t>At vero eos et accusam</a:t>
            </a:r>
            <a:br>
              <a:rPr lang="de-DE"/>
            </a:br>
            <a:r>
              <a:rPr lang="de-DE"/>
              <a:t>et justo duo dolores</a:t>
            </a:r>
            <a:endParaRPr lang="de-DE" dirty="0"/>
          </a:p>
        </p:txBody>
      </p:sp>
      <p:sp>
        <p:nvSpPr>
          <p:cNvPr id="10" name="Titel 9">
            <a:extLst>
              <a:ext uri="{FF2B5EF4-FFF2-40B4-BE49-F238E27FC236}">
                <a16:creationId xmlns:a16="http://schemas.microsoft.com/office/drawing/2014/main" id="{4BFB4CDD-8FDB-411E-82CD-3ABFEB334A15}"/>
              </a:ext>
            </a:extLst>
          </p:cNvPr>
          <p:cNvSpPr>
            <a:spLocks noGrp="1"/>
          </p:cNvSpPr>
          <p:nvPr>
            <p:ph type="title"/>
          </p:nvPr>
        </p:nvSpPr>
        <p:spPr>
          <a:xfrm>
            <a:off x="388739" y="301186"/>
            <a:ext cx="5133289" cy="276999"/>
          </a:xfrm>
        </p:spPr>
        <p:txBody>
          <a:bodyPr/>
          <a:lstStyle/>
          <a:p>
            <a:r>
              <a:rPr lang="de-DE" dirty="0"/>
              <a:t>Inhaltsfolie mit Text | Tortendiagramm</a:t>
            </a:r>
          </a:p>
        </p:txBody>
      </p:sp>
      <p:sp>
        <p:nvSpPr>
          <p:cNvPr id="14" name="Bildplatzhalter 13">
            <a:extLst>
              <a:ext uri="{FF2B5EF4-FFF2-40B4-BE49-F238E27FC236}">
                <a16:creationId xmlns:a16="http://schemas.microsoft.com/office/drawing/2014/main" id="{9AF91DCE-F36A-457B-966A-487B4DB308A3}"/>
              </a:ext>
            </a:extLst>
          </p:cNvPr>
          <p:cNvSpPr>
            <a:spLocks noGrp="1"/>
          </p:cNvSpPr>
          <p:nvPr>
            <p:ph type="pic" sz="quarter" idx="38"/>
          </p:nvPr>
        </p:nvSpPr>
        <p:spPr/>
      </p:sp>
      <p:sp>
        <p:nvSpPr>
          <p:cNvPr id="13" name="Textplatzhalter 12">
            <a:extLst>
              <a:ext uri="{FF2B5EF4-FFF2-40B4-BE49-F238E27FC236}">
                <a16:creationId xmlns:a16="http://schemas.microsoft.com/office/drawing/2014/main" id="{CDE3386F-8B7D-4306-81A4-583A48D07C72}"/>
              </a:ext>
            </a:extLst>
          </p:cNvPr>
          <p:cNvSpPr>
            <a:spLocks noGrp="1"/>
          </p:cNvSpPr>
          <p:nvPr>
            <p:ph type="body" sz="quarter" idx="37"/>
          </p:nvPr>
        </p:nvSpPr>
        <p:spPr/>
        <p:txBody>
          <a:bodyPr/>
          <a:lstStyle/>
          <a:p>
            <a:r>
              <a:rPr lang="de-DE" dirty="0"/>
              <a:t>Subheadline möglich. Gegebenenfalls löschen.</a:t>
            </a:r>
          </a:p>
        </p:txBody>
      </p:sp>
      <p:graphicFrame>
        <p:nvGraphicFramePr>
          <p:cNvPr id="12" name="Inhaltsplatzhalter 13">
            <a:extLst>
              <a:ext uri="{FF2B5EF4-FFF2-40B4-BE49-F238E27FC236}">
                <a16:creationId xmlns:a16="http://schemas.microsoft.com/office/drawing/2014/main" id="{032CDD28-7A10-4AAC-B007-CA234F3307FC}"/>
              </a:ext>
            </a:extLst>
          </p:cNvPr>
          <p:cNvGraphicFramePr>
            <a:graphicFrameLocks noGrp="1"/>
          </p:cNvGraphicFramePr>
          <p:nvPr>
            <p:ph sz="quarter" idx="16"/>
            <p:extLst>
              <p:ext uri="{D42A27DB-BD31-4B8C-83A1-F6EECF244321}">
                <p14:modId xmlns:p14="http://schemas.microsoft.com/office/powerpoint/2010/main" val="1734543324"/>
              </p:ext>
            </p:extLst>
          </p:nvPr>
        </p:nvGraphicFramePr>
        <p:xfrm>
          <a:off x="388938" y="1631950"/>
          <a:ext cx="5522912" cy="45688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86627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0BCB16A-4BAF-431F-B839-82BACCDD581D}"/>
              </a:ext>
            </a:extLst>
          </p:cNvPr>
          <p:cNvSpPr>
            <a:spLocks noGrp="1"/>
          </p:cNvSpPr>
          <p:nvPr>
            <p:ph type="dt" sz="half" idx="10"/>
          </p:nvPr>
        </p:nvSpPr>
        <p:spPr/>
        <p:txBody>
          <a:bodyPr/>
          <a:lstStyle/>
          <a:p>
            <a:fld id="{85F2D7CD-E8CE-4942-BD0D-4C323BC9D22F}" type="datetime4">
              <a:rPr lang="de-DE" smtClean="0"/>
              <a:t>18. März 2026</a:t>
            </a:fld>
            <a:endParaRPr lang="de-DE" dirty="0"/>
          </a:p>
        </p:txBody>
      </p:sp>
      <p:sp>
        <p:nvSpPr>
          <p:cNvPr id="3" name="Fußzeilenplatzhalter 2">
            <a:extLst>
              <a:ext uri="{FF2B5EF4-FFF2-40B4-BE49-F238E27FC236}">
                <a16:creationId xmlns:a16="http://schemas.microsoft.com/office/drawing/2014/main" id="{A7347DC9-05F4-4BAA-A425-90BCED2F5DA5}"/>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F7478BD0-AC1D-49B3-8D83-9267DD8CEABF}"/>
              </a:ext>
            </a:extLst>
          </p:cNvPr>
          <p:cNvSpPr>
            <a:spLocks noGrp="1"/>
          </p:cNvSpPr>
          <p:nvPr>
            <p:ph type="sldNum" sz="quarter" idx="12"/>
          </p:nvPr>
        </p:nvSpPr>
        <p:spPr/>
        <p:txBody>
          <a:bodyPr/>
          <a:lstStyle/>
          <a:p>
            <a:fld id="{D949F9DF-37BD-4CD6-BF49-65BA579E1D7A}" type="slidenum">
              <a:rPr lang="de-DE" smtClean="0"/>
              <a:pPr/>
              <a:t>18</a:t>
            </a:fld>
            <a:endParaRPr lang="de-DE"/>
          </a:p>
        </p:txBody>
      </p:sp>
      <p:sp>
        <p:nvSpPr>
          <p:cNvPr id="11" name="Textplatzhalter 10">
            <a:extLst>
              <a:ext uri="{FF2B5EF4-FFF2-40B4-BE49-F238E27FC236}">
                <a16:creationId xmlns:a16="http://schemas.microsoft.com/office/drawing/2014/main" id="{68B1DEC7-4820-43FA-B3B5-D0AAAD75A9F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a:t>
            </a:r>
            <a:br>
              <a:rPr lang="de-DE" dirty="0"/>
            </a:br>
            <a:r>
              <a:rPr lang="de-DE" dirty="0"/>
              <a:t>et justo duo dolores</a:t>
            </a:r>
          </a:p>
        </p:txBody>
      </p:sp>
      <p:sp>
        <p:nvSpPr>
          <p:cNvPr id="10" name="Titel 9">
            <a:extLst>
              <a:ext uri="{FF2B5EF4-FFF2-40B4-BE49-F238E27FC236}">
                <a16:creationId xmlns:a16="http://schemas.microsoft.com/office/drawing/2014/main" id="{4BFB4CDD-8FDB-411E-82CD-3ABFEB334A15}"/>
              </a:ext>
            </a:extLst>
          </p:cNvPr>
          <p:cNvSpPr>
            <a:spLocks noGrp="1"/>
          </p:cNvSpPr>
          <p:nvPr>
            <p:ph type="title"/>
          </p:nvPr>
        </p:nvSpPr>
        <p:spPr/>
        <p:txBody>
          <a:bodyPr/>
          <a:lstStyle/>
          <a:p>
            <a:r>
              <a:rPr lang="de-DE" dirty="0"/>
              <a:t>Inhaltsfolie mit Text | Ringdiagramm</a:t>
            </a:r>
          </a:p>
        </p:txBody>
      </p:sp>
      <p:sp>
        <p:nvSpPr>
          <p:cNvPr id="14" name="Bildplatzhalter 13">
            <a:extLst>
              <a:ext uri="{FF2B5EF4-FFF2-40B4-BE49-F238E27FC236}">
                <a16:creationId xmlns:a16="http://schemas.microsoft.com/office/drawing/2014/main" id="{9AF91DCE-F36A-457B-966A-487B4DB308A3}"/>
              </a:ext>
            </a:extLst>
          </p:cNvPr>
          <p:cNvSpPr>
            <a:spLocks noGrp="1"/>
          </p:cNvSpPr>
          <p:nvPr>
            <p:ph type="pic" sz="quarter" idx="38"/>
          </p:nvPr>
        </p:nvSpPr>
        <p:spPr/>
      </p:sp>
      <p:sp>
        <p:nvSpPr>
          <p:cNvPr id="13" name="Textplatzhalter 12">
            <a:extLst>
              <a:ext uri="{FF2B5EF4-FFF2-40B4-BE49-F238E27FC236}">
                <a16:creationId xmlns:a16="http://schemas.microsoft.com/office/drawing/2014/main" id="{CDE3386F-8B7D-4306-81A4-583A48D07C72}"/>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graphicFrame>
        <p:nvGraphicFramePr>
          <p:cNvPr id="15" name="Inhaltsplatzhalter 13">
            <a:extLst>
              <a:ext uri="{FF2B5EF4-FFF2-40B4-BE49-F238E27FC236}">
                <a16:creationId xmlns:a16="http://schemas.microsoft.com/office/drawing/2014/main" id="{AF5807CB-BECB-4E6D-BFBC-7D5181B32204}"/>
              </a:ext>
            </a:extLst>
          </p:cNvPr>
          <p:cNvGraphicFramePr>
            <a:graphicFrameLocks noGrp="1"/>
          </p:cNvGraphicFramePr>
          <p:nvPr>
            <p:ph sz="quarter" idx="16"/>
            <p:extLst>
              <p:ext uri="{D42A27DB-BD31-4B8C-83A1-F6EECF244321}">
                <p14:modId xmlns:p14="http://schemas.microsoft.com/office/powerpoint/2010/main" val="3256540302"/>
              </p:ext>
            </p:extLst>
          </p:nvPr>
        </p:nvGraphicFramePr>
        <p:xfrm>
          <a:off x="388938" y="1631950"/>
          <a:ext cx="5522912" cy="45688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9735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5744001-D6D5-4A32-88B4-3263D36B1495}"/>
              </a:ext>
            </a:extLst>
          </p:cNvPr>
          <p:cNvSpPr>
            <a:spLocks noGrp="1"/>
          </p:cNvSpPr>
          <p:nvPr>
            <p:ph type="dt" sz="half" idx="10"/>
          </p:nvPr>
        </p:nvSpPr>
        <p:spPr/>
        <p:txBody>
          <a:bodyPr/>
          <a:lstStyle/>
          <a:p>
            <a:fld id="{4C616FDA-7467-4C73-9442-0262042B5A76}" type="datetime4">
              <a:rPr lang="de-DE" smtClean="0"/>
              <a:t>18. März 2026</a:t>
            </a:fld>
            <a:endParaRPr lang="de-DE" dirty="0"/>
          </a:p>
        </p:txBody>
      </p:sp>
      <p:sp>
        <p:nvSpPr>
          <p:cNvPr id="3" name="Fußzeilenplatzhalter 2">
            <a:extLst>
              <a:ext uri="{FF2B5EF4-FFF2-40B4-BE49-F238E27FC236}">
                <a16:creationId xmlns:a16="http://schemas.microsoft.com/office/drawing/2014/main" id="{6BC0607E-9080-4001-BB81-20452C4976EE}"/>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E82E5E90-B1C0-43BA-AC38-17605662B622}"/>
              </a:ext>
            </a:extLst>
          </p:cNvPr>
          <p:cNvSpPr>
            <a:spLocks noGrp="1"/>
          </p:cNvSpPr>
          <p:nvPr>
            <p:ph type="sldNum" sz="quarter" idx="12"/>
          </p:nvPr>
        </p:nvSpPr>
        <p:spPr/>
        <p:txBody>
          <a:bodyPr/>
          <a:lstStyle/>
          <a:p>
            <a:fld id="{D949F9DF-37BD-4CD6-BF49-65BA579E1D7A}" type="slidenum">
              <a:rPr lang="de-DE" smtClean="0"/>
              <a:pPr/>
              <a:t>19</a:t>
            </a:fld>
            <a:endParaRPr lang="de-DE"/>
          </a:p>
        </p:txBody>
      </p:sp>
      <p:sp>
        <p:nvSpPr>
          <p:cNvPr id="10" name="Titel 9">
            <a:extLst>
              <a:ext uri="{FF2B5EF4-FFF2-40B4-BE49-F238E27FC236}">
                <a16:creationId xmlns:a16="http://schemas.microsoft.com/office/drawing/2014/main" id="{DF728E7E-F830-4A17-906E-29492F7D462C}"/>
              </a:ext>
            </a:extLst>
          </p:cNvPr>
          <p:cNvSpPr>
            <a:spLocks noGrp="1"/>
          </p:cNvSpPr>
          <p:nvPr>
            <p:ph type="title"/>
          </p:nvPr>
        </p:nvSpPr>
        <p:spPr/>
        <p:txBody>
          <a:bodyPr/>
          <a:lstStyle/>
          <a:p>
            <a:r>
              <a:rPr lang="de-DE" dirty="0"/>
              <a:t>Inhaltsfolie | Tabellenbeispiel</a:t>
            </a:r>
          </a:p>
        </p:txBody>
      </p:sp>
      <p:sp>
        <p:nvSpPr>
          <p:cNvPr id="13" name="Bildplatzhalter 12">
            <a:extLst>
              <a:ext uri="{FF2B5EF4-FFF2-40B4-BE49-F238E27FC236}">
                <a16:creationId xmlns:a16="http://schemas.microsoft.com/office/drawing/2014/main" id="{0A64DBD0-684B-4793-B5AD-B6273A86A85C}"/>
              </a:ext>
            </a:extLst>
          </p:cNvPr>
          <p:cNvSpPr>
            <a:spLocks noGrp="1"/>
          </p:cNvSpPr>
          <p:nvPr>
            <p:ph type="pic" sz="quarter" idx="38"/>
          </p:nvPr>
        </p:nvSpPr>
        <p:spPr/>
      </p:sp>
      <p:sp>
        <p:nvSpPr>
          <p:cNvPr id="12" name="Textplatzhalter 11">
            <a:extLst>
              <a:ext uri="{FF2B5EF4-FFF2-40B4-BE49-F238E27FC236}">
                <a16:creationId xmlns:a16="http://schemas.microsoft.com/office/drawing/2014/main" id="{8BBC6497-2D8C-494A-AE63-05436B214461}"/>
              </a:ext>
            </a:extLst>
          </p:cNvPr>
          <p:cNvSpPr>
            <a:spLocks noGrp="1"/>
          </p:cNvSpPr>
          <p:nvPr>
            <p:ph type="body" sz="quarter" idx="37"/>
          </p:nvPr>
        </p:nvSpPr>
        <p:spPr/>
        <p:txBody>
          <a:bodyPr/>
          <a:lstStyle/>
          <a:p>
            <a:r>
              <a:rPr lang="de-DE" dirty="0"/>
              <a:t>Subheadline möglich. Gegebenenfalls löschen.</a:t>
            </a:r>
          </a:p>
        </p:txBody>
      </p:sp>
      <p:graphicFrame>
        <p:nvGraphicFramePr>
          <p:cNvPr id="14" name="Inhaltsplatzhalter 7">
            <a:extLst>
              <a:ext uri="{FF2B5EF4-FFF2-40B4-BE49-F238E27FC236}">
                <a16:creationId xmlns:a16="http://schemas.microsoft.com/office/drawing/2014/main" id="{81C5A97E-4CBF-4DCF-BA26-AF9C5717F60A}"/>
              </a:ext>
            </a:extLst>
          </p:cNvPr>
          <p:cNvGraphicFramePr>
            <a:graphicFrameLocks noGrp="1"/>
          </p:cNvGraphicFramePr>
          <p:nvPr>
            <p:ph sz="quarter" idx="14"/>
            <p:extLst>
              <p:ext uri="{D42A27DB-BD31-4B8C-83A1-F6EECF244321}">
                <p14:modId xmlns:p14="http://schemas.microsoft.com/office/powerpoint/2010/main" val="585488215"/>
              </p:ext>
            </p:extLst>
          </p:nvPr>
        </p:nvGraphicFramePr>
        <p:xfrm>
          <a:off x="388938" y="1630363"/>
          <a:ext cx="8366440" cy="4567241"/>
        </p:xfrm>
        <a:graphic>
          <a:graphicData uri="http://schemas.openxmlformats.org/drawingml/2006/table">
            <a:tbl>
              <a:tblPr bandRow="1">
                <a:tableStyleId>{5C22544A-7EE6-4342-B048-85BDC9FD1C3A}</a:tableStyleId>
              </a:tblPr>
              <a:tblGrid>
                <a:gridCol w="2165028">
                  <a:extLst>
                    <a:ext uri="{9D8B030D-6E8A-4147-A177-3AD203B41FA5}">
                      <a16:colId xmlns:a16="http://schemas.microsoft.com/office/drawing/2014/main" val="1576347495"/>
                    </a:ext>
                  </a:extLst>
                </a:gridCol>
                <a:gridCol w="1550353">
                  <a:extLst>
                    <a:ext uri="{9D8B030D-6E8A-4147-A177-3AD203B41FA5}">
                      <a16:colId xmlns:a16="http://schemas.microsoft.com/office/drawing/2014/main" val="2304917957"/>
                    </a:ext>
                  </a:extLst>
                </a:gridCol>
                <a:gridCol w="1550353">
                  <a:extLst>
                    <a:ext uri="{9D8B030D-6E8A-4147-A177-3AD203B41FA5}">
                      <a16:colId xmlns:a16="http://schemas.microsoft.com/office/drawing/2014/main" val="3858939767"/>
                    </a:ext>
                  </a:extLst>
                </a:gridCol>
                <a:gridCol w="1550353">
                  <a:extLst>
                    <a:ext uri="{9D8B030D-6E8A-4147-A177-3AD203B41FA5}">
                      <a16:colId xmlns:a16="http://schemas.microsoft.com/office/drawing/2014/main" val="3980473287"/>
                    </a:ext>
                  </a:extLst>
                </a:gridCol>
                <a:gridCol w="1550353">
                  <a:extLst>
                    <a:ext uri="{9D8B030D-6E8A-4147-A177-3AD203B41FA5}">
                      <a16:colId xmlns:a16="http://schemas.microsoft.com/office/drawing/2014/main" val="1770291054"/>
                    </a:ext>
                  </a:extLst>
                </a:gridCol>
              </a:tblGrid>
              <a:tr h="432000">
                <a:tc>
                  <a:txBody>
                    <a:bodyPr/>
                    <a:lstStyle/>
                    <a:p>
                      <a:r>
                        <a:rPr lang="de-DE" sz="1400" b="1" dirty="0">
                          <a:solidFill>
                            <a:schemeClr val="bg1"/>
                          </a:solidFill>
                          <a:latin typeface="+mn-lt"/>
                        </a:rPr>
                        <a:t>Lorem ipsum dolor</a:t>
                      </a: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Arial"/>
                          <a:ea typeface="+mn-ea"/>
                          <a:cs typeface="+mn-cs"/>
                        </a:rPr>
                        <a:t>Lorem ipsum dolor</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Tree>
    <p:extLst>
      <p:ext uri="{BB962C8B-B14F-4D97-AF65-F5344CB8AC3E}">
        <p14:creationId xmlns:p14="http://schemas.microsoft.com/office/powerpoint/2010/main" val="4006533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CCB48CD-683E-4D98-8D7B-24377FDBBF60}"/>
              </a:ext>
            </a:extLst>
          </p:cNvPr>
          <p:cNvSpPr>
            <a:spLocks noGrp="1"/>
          </p:cNvSpPr>
          <p:nvPr>
            <p:ph type="dt" sz="half" idx="10"/>
          </p:nvPr>
        </p:nvSpPr>
        <p:spPr/>
        <p:txBody>
          <a:bodyPr/>
          <a:lstStyle/>
          <a:p>
            <a:fld id="{E6F96DD2-419D-4E3D-BB82-BD1D90C1B7A3}" type="datetime4">
              <a:rPr lang="de-DE" smtClean="0"/>
              <a:t>18. März 2026</a:t>
            </a:fld>
            <a:endParaRPr lang="de-DE" dirty="0"/>
          </a:p>
        </p:txBody>
      </p:sp>
      <p:sp>
        <p:nvSpPr>
          <p:cNvPr id="3" name="Fußzeilenplatzhalter 2">
            <a:extLst>
              <a:ext uri="{FF2B5EF4-FFF2-40B4-BE49-F238E27FC236}">
                <a16:creationId xmlns:a16="http://schemas.microsoft.com/office/drawing/2014/main" id="{5CD12548-C225-4035-9341-64917CB8868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C7949F14-844E-4376-9C5B-6720938A86B9}"/>
              </a:ext>
            </a:extLst>
          </p:cNvPr>
          <p:cNvSpPr>
            <a:spLocks noGrp="1"/>
          </p:cNvSpPr>
          <p:nvPr>
            <p:ph type="sldNum" sz="quarter" idx="12"/>
          </p:nvPr>
        </p:nvSpPr>
        <p:spPr/>
        <p:txBody>
          <a:bodyPr/>
          <a:lstStyle/>
          <a:p>
            <a:fld id="{D949F9DF-37BD-4CD6-BF49-65BA579E1D7A}" type="slidenum">
              <a:rPr lang="de-DE" smtClean="0"/>
              <a:pPr/>
              <a:t>20</a:t>
            </a:fld>
            <a:endParaRPr lang="de-DE"/>
          </a:p>
        </p:txBody>
      </p:sp>
      <p:sp>
        <p:nvSpPr>
          <p:cNvPr id="10" name="Textplatzhalter 9">
            <a:extLst>
              <a:ext uri="{FF2B5EF4-FFF2-40B4-BE49-F238E27FC236}">
                <a16:creationId xmlns:a16="http://schemas.microsoft.com/office/drawing/2014/main" id="{7F45578F-5892-4C81-A2E7-68F894873021}"/>
              </a:ext>
            </a:extLst>
          </p:cNvPr>
          <p:cNvSpPr>
            <a:spLocks noGrp="1"/>
          </p:cNvSpPr>
          <p:nvPr>
            <p:ph type="body" sz="quarter" idx="15"/>
          </p:nvPr>
        </p:nvSpPr>
        <p:spPr/>
        <p:txBody>
          <a:bodyPr/>
          <a:lstStyle/>
          <a:p>
            <a:r>
              <a:rPr lang="de-DE" b="1" dirty="0" err="1"/>
              <a:t>Lorem</a:t>
            </a:r>
            <a:r>
              <a:rPr lang="de-DE" b="1" dirty="0"/>
              <a:t> </a:t>
            </a:r>
            <a:r>
              <a:rPr lang="de-DE" b="1" dirty="0" err="1"/>
              <a:t>ipsum</a:t>
            </a:r>
            <a:r>
              <a:rPr lang="de-DE" b="1" dirty="0"/>
              <a:t> </a:t>
            </a:r>
            <a:r>
              <a:rPr lang="de-DE" b="1" dirty="0" err="1"/>
              <a:t>dolor</a:t>
            </a:r>
            <a:r>
              <a:rPr lang="de-DE" b="1" dirty="0"/>
              <a:t> </a:t>
            </a:r>
            <a:r>
              <a:rPr lang="de-DE" b="1" dirty="0" err="1"/>
              <a:t>sit</a:t>
            </a:r>
            <a:r>
              <a:rPr lang="de-DE" b="1" dirty="0"/>
              <a:t> </a:t>
            </a:r>
            <a:r>
              <a:rPr lang="de-DE" b="1" dirty="0" err="1"/>
              <a:t>amet</a:t>
            </a:r>
            <a:r>
              <a:rPr lang="de-DE" b="1" dirty="0"/>
              <a:t>,</a:t>
            </a:r>
          </a:p>
          <a:p>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a:t>
            </a:r>
          </a:p>
          <a:p>
            <a:pPr lvl="1"/>
            <a:r>
              <a:rPr lang="de-DE" dirty="0"/>
              <a:t>At </a:t>
            </a:r>
            <a:r>
              <a:rPr lang="de-DE" dirty="0" err="1"/>
              <a:t>vero</a:t>
            </a:r>
            <a:r>
              <a:rPr lang="de-DE" dirty="0"/>
              <a:t> </a:t>
            </a:r>
            <a:r>
              <a:rPr lang="de-DE" dirty="0" err="1"/>
              <a:t>eos</a:t>
            </a:r>
            <a:r>
              <a:rPr lang="de-DE" dirty="0"/>
              <a:t> et </a:t>
            </a:r>
            <a:r>
              <a:rPr lang="de-DE" dirty="0" err="1"/>
              <a:t>accusam</a:t>
            </a:r>
            <a:br>
              <a:rPr lang="de-DE" dirty="0"/>
            </a:br>
            <a:r>
              <a:rPr lang="de-DE" dirty="0"/>
              <a:t>et </a:t>
            </a:r>
            <a:r>
              <a:rPr lang="de-DE" dirty="0" err="1"/>
              <a:t>justo</a:t>
            </a:r>
            <a:r>
              <a:rPr lang="de-DE" dirty="0"/>
              <a:t> </a:t>
            </a:r>
            <a:r>
              <a:rPr lang="de-DE" dirty="0" err="1"/>
              <a:t>duo</a:t>
            </a:r>
            <a:r>
              <a:rPr lang="de-DE" dirty="0"/>
              <a:t> </a:t>
            </a:r>
            <a:r>
              <a:rPr lang="de-DE" dirty="0" err="1"/>
              <a:t>dolores</a:t>
            </a:r>
            <a:endParaRPr lang="de-DE" dirty="0"/>
          </a:p>
        </p:txBody>
      </p:sp>
      <p:sp>
        <p:nvSpPr>
          <p:cNvPr id="9" name="Titel 8">
            <a:extLst>
              <a:ext uri="{FF2B5EF4-FFF2-40B4-BE49-F238E27FC236}">
                <a16:creationId xmlns:a16="http://schemas.microsoft.com/office/drawing/2014/main" id="{36E10E9F-69F0-43FE-A2EF-160D444B71E7}"/>
              </a:ext>
            </a:extLst>
          </p:cNvPr>
          <p:cNvSpPr>
            <a:spLocks noGrp="1"/>
          </p:cNvSpPr>
          <p:nvPr>
            <p:ph type="title"/>
          </p:nvPr>
        </p:nvSpPr>
        <p:spPr/>
        <p:txBody>
          <a:bodyPr/>
          <a:lstStyle/>
          <a:p>
            <a:r>
              <a:rPr lang="de-DE" dirty="0"/>
              <a:t>Inhaltsfolie mit Text | Tabellenbeispiel</a:t>
            </a:r>
          </a:p>
        </p:txBody>
      </p:sp>
      <p:sp>
        <p:nvSpPr>
          <p:cNvPr id="13" name="Bildplatzhalter 12">
            <a:extLst>
              <a:ext uri="{FF2B5EF4-FFF2-40B4-BE49-F238E27FC236}">
                <a16:creationId xmlns:a16="http://schemas.microsoft.com/office/drawing/2014/main" id="{6792E4E9-EEBE-4F3D-90B0-A0666461B574}"/>
              </a:ext>
            </a:extLst>
          </p:cNvPr>
          <p:cNvSpPr>
            <a:spLocks noGrp="1"/>
          </p:cNvSpPr>
          <p:nvPr>
            <p:ph type="pic" sz="quarter" idx="38"/>
          </p:nvPr>
        </p:nvSpPr>
        <p:spPr/>
      </p:sp>
      <p:sp>
        <p:nvSpPr>
          <p:cNvPr id="12" name="Textplatzhalter 11">
            <a:extLst>
              <a:ext uri="{FF2B5EF4-FFF2-40B4-BE49-F238E27FC236}">
                <a16:creationId xmlns:a16="http://schemas.microsoft.com/office/drawing/2014/main" id="{4FF0CEE4-2F58-4D4B-B1DE-6B74AE8CA4E8}"/>
              </a:ext>
            </a:extLst>
          </p:cNvPr>
          <p:cNvSpPr>
            <a:spLocks noGrp="1"/>
          </p:cNvSpPr>
          <p:nvPr>
            <p:ph type="body" sz="quarter" idx="37"/>
          </p:nvPr>
        </p:nvSpPr>
        <p:spPr/>
        <p:txBody>
          <a:bodyPr/>
          <a:lstStyle/>
          <a:p>
            <a:r>
              <a:rPr lang="de-DE" dirty="0"/>
              <a:t>Subheadline möglich. Gegebenenfalls löschen.</a:t>
            </a:r>
          </a:p>
        </p:txBody>
      </p:sp>
      <p:graphicFrame>
        <p:nvGraphicFramePr>
          <p:cNvPr id="17" name="Inhaltsplatzhalter 7">
            <a:extLst>
              <a:ext uri="{FF2B5EF4-FFF2-40B4-BE49-F238E27FC236}">
                <a16:creationId xmlns:a16="http://schemas.microsoft.com/office/drawing/2014/main" id="{E0C648FD-9119-444A-9A94-6CDF6EE4F8E5}"/>
              </a:ext>
            </a:extLst>
          </p:cNvPr>
          <p:cNvGraphicFramePr>
            <a:graphicFrameLocks noGrp="1"/>
          </p:cNvGraphicFramePr>
          <p:nvPr>
            <p:ph sz="quarter" idx="16"/>
            <p:extLst>
              <p:ext uri="{D42A27DB-BD31-4B8C-83A1-F6EECF244321}">
                <p14:modId xmlns:p14="http://schemas.microsoft.com/office/powerpoint/2010/main" val="2627124376"/>
              </p:ext>
            </p:extLst>
          </p:nvPr>
        </p:nvGraphicFramePr>
        <p:xfrm>
          <a:off x="388938" y="1631950"/>
          <a:ext cx="5516562" cy="4567241"/>
        </p:xfrm>
        <a:graphic>
          <a:graphicData uri="http://schemas.openxmlformats.org/drawingml/2006/table">
            <a:tbl>
              <a:tblPr bandRow="1">
                <a:tableStyleId>{5C22544A-7EE6-4342-B048-85BDC9FD1C3A}</a:tableStyleId>
              </a:tblPr>
              <a:tblGrid>
                <a:gridCol w="2165028">
                  <a:extLst>
                    <a:ext uri="{9D8B030D-6E8A-4147-A177-3AD203B41FA5}">
                      <a16:colId xmlns:a16="http://schemas.microsoft.com/office/drawing/2014/main" val="1576347495"/>
                    </a:ext>
                  </a:extLst>
                </a:gridCol>
                <a:gridCol w="1675767">
                  <a:extLst>
                    <a:ext uri="{9D8B030D-6E8A-4147-A177-3AD203B41FA5}">
                      <a16:colId xmlns:a16="http://schemas.microsoft.com/office/drawing/2014/main" val="2304917957"/>
                    </a:ext>
                  </a:extLst>
                </a:gridCol>
                <a:gridCol w="1675767">
                  <a:extLst>
                    <a:ext uri="{9D8B030D-6E8A-4147-A177-3AD203B41FA5}">
                      <a16:colId xmlns:a16="http://schemas.microsoft.com/office/drawing/2014/main" val="3858939767"/>
                    </a:ext>
                  </a:extLst>
                </a:gridCol>
              </a:tblGrid>
              <a:tr h="432000">
                <a:tc>
                  <a:txBody>
                    <a:bodyPr/>
                    <a:lstStyle/>
                    <a:p>
                      <a:r>
                        <a:rPr lang="de-DE" sz="1400" b="1" dirty="0">
                          <a:solidFill>
                            <a:schemeClr val="bg1"/>
                          </a:solidFill>
                          <a:latin typeface="+mn-lt"/>
                        </a:rPr>
                        <a:t>Lorem ipsum dolor</a:t>
                      </a: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err="1">
                          <a:ln>
                            <a:noFill/>
                          </a:ln>
                          <a:solidFill>
                            <a:prstClr val="black"/>
                          </a:solidFill>
                          <a:effectLst/>
                          <a:uLnTx/>
                          <a:uFillTx/>
                          <a:latin typeface="Arial"/>
                          <a:ea typeface="+mn-ea"/>
                          <a:cs typeface="+mn-cs"/>
                        </a:rPr>
                        <a:t>Lorem</a:t>
                      </a:r>
                      <a:r>
                        <a:rPr kumimoji="0" lang="de-DE" sz="1200" b="1" i="0" u="none" strike="noStrike" kern="1200" cap="none" spc="0" normalizeH="0" baseline="0" noProof="0" dirty="0">
                          <a:ln>
                            <a:noFill/>
                          </a:ln>
                          <a:solidFill>
                            <a:prstClr val="black"/>
                          </a:solidFill>
                          <a:effectLst/>
                          <a:uLnTx/>
                          <a:uFillTx/>
                          <a:latin typeface="Arial"/>
                          <a:ea typeface="+mn-ea"/>
                          <a:cs typeface="+mn-cs"/>
                        </a:rPr>
                        <a:t> </a:t>
                      </a:r>
                      <a:r>
                        <a:rPr kumimoji="0" lang="de-DE" sz="1200" b="1" i="0" u="none" strike="noStrike" kern="1200" cap="none" spc="0" normalizeH="0" baseline="0" noProof="0" dirty="0" err="1">
                          <a:ln>
                            <a:noFill/>
                          </a:ln>
                          <a:solidFill>
                            <a:prstClr val="black"/>
                          </a:solidFill>
                          <a:effectLst/>
                          <a:uLnTx/>
                          <a:uFillTx/>
                          <a:latin typeface="Arial"/>
                          <a:ea typeface="+mn-ea"/>
                          <a:cs typeface="+mn-cs"/>
                        </a:rPr>
                        <a:t>ipsum</a:t>
                      </a:r>
                      <a:r>
                        <a:rPr kumimoji="0" lang="de-DE" sz="1200" b="1" i="0" u="none" strike="noStrike" kern="1200" cap="none" spc="0" normalizeH="0" baseline="0" noProof="0" dirty="0">
                          <a:ln>
                            <a:noFill/>
                          </a:ln>
                          <a:solidFill>
                            <a:prstClr val="black"/>
                          </a:solidFill>
                          <a:effectLst/>
                          <a:uLnTx/>
                          <a:uFillTx/>
                          <a:latin typeface="Arial"/>
                          <a:ea typeface="+mn-ea"/>
                          <a:cs typeface="+mn-cs"/>
                        </a:rPr>
                        <a:t> </a:t>
                      </a:r>
                      <a:r>
                        <a:rPr kumimoji="0" lang="de-DE" sz="1200" b="1" i="0" u="none" strike="noStrike" kern="1200" cap="none" spc="0" normalizeH="0" baseline="0" noProof="0" dirty="0" err="1">
                          <a:ln>
                            <a:noFill/>
                          </a:ln>
                          <a:solidFill>
                            <a:prstClr val="black"/>
                          </a:solidFill>
                          <a:effectLst/>
                          <a:uLnTx/>
                          <a:uFillTx/>
                          <a:latin typeface="Arial"/>
                          <a:ea typeface="+mn-ea"/>
                          <a:cs typeface="+mn-cs"/>
                        </a:rPr>
                        <a:t>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Arial"/>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Arial"/>
                          <a:ea typeface="+mn-ea"/>
                          <a:cs typeface="+mn-cs"/>
                        </a:rPr>
                        <a:t>Lorem ipsum dolor</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Tree>
    <p:extLst>
      <p:ext uri="{BB962C8B-B14F-4D97-AF65-F5344CB8AC3E}">
        <p14:creationId xmlns:p14="http://schemas.microsoft.com/office/powerpoint/2010/main" val="2981626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66F13A55-7519-49D7-8B56-43A884520065}"/>
              </a:ext>
            </a:extLst>
          </p:cNvPr>
          <p:cNvSpPr>
            <a:spLocks noGrp="1"/>
          </p:cNvSpPr>
          <p:nvPr>
            <p:ph type="title"/>
          </p:nvPr>
        </p:nvSpPr>
        <p:spPr/>
        <p:txBody>
          <a:bodyPr/>
          <a:lstStyle/>
          <a:p>
            <a:r>
              <a:rPr lang="de-DE" dirty="0"/>
              <a:t>Folie zur freien Gestaltung | Blau</a:t>
            </a:r>
          </a:p>
        </p:txBody>
      </p:sp>
      <p:sp>
        <p:nvSpPr>
          <p:cNvPr id="2" name="Datumsplatzhalter 1">
            <a:extLst>
              <a:ext uri="{FF2B5EF4-FFF2-40B4-BE49-F238E27FC236}">
                <a16:creationId xmlns:a16="http://schemas.microsoft.com/office/drawing/2014/main" id="{29760A67-6E06-4EC8-9635-6CD70B22E2A2}"/>
              </a:ext>
            </a:extLst>
          </p:cNvPr>
          <p:cNvSpPr>
            <a:spLocks noGrp="1"/>
          </p:cNvSpPr>
          <p:nvPr>
            <p:ph type="dt" sz="half" idx="10"/>
          </p:nvPr>
        </p:nvSpPr>
        <p:spPr/>
        <p:txBody>
          <a:bodyPr/>
          <a:lstStyle/>
          <a:p>
            <a:fld id="{FC2D1B2A-E46E-4F6A-B7DF-9586396A2D8F}" type="datetime4">
              <a:rPr lang="de-DE" smtClean="0"/>
              <a:t>18. März 2026</a:t>
            </a:fld>
            <a:endParaRPr lang="de-DE" dirty="0"/>
          </a:p>
        </p:txBody>
      </p:sp>
      <p:sp>
        <p:nvSpPr>
          <p:cNvPr id="3" name="Fußzeilenplatzhalter 2">
            <a:extLst>
              <a:ext uri="{FF2B5EF4-FFF2-40B4-BE49-F238E27FC236}">
                <a16:creationId xmlns:a16="http://schemas.microsoft.com/office/drawing/2014/main" id="{132F367B-8D81-4F23-B285-08115723E687}"/>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B398846C-787A-40AC-B786-9CBDDCC6FBA0}"/>
              </a:ext>
            </a:extLst>
          </p:cNvPr>
          <p:cNvSpPr>
            <a:spLocks noGrp="1"/>
          </p:cNvSpPr>
          <p:nvPr>
            <p:ph type="sldNum" sz="quarter" idx="12"/>
          </p:nvPr>
        </p:nvSpPr>
        <p:spPr/>
        <p:txBody>
          <a:bodyPr/>
          <a:lstStyle/>
          <a:p>
            <a:fld id="{D949F9DF-37BD-4CD6-BF49-65BA579E1D7A}" type="slidenum">
              <a:rPr lang="de-DE" smtClean="0"/>
              <a:pPr/>
              <a:t>21</a:t>
            </a:fld>
            <a:endParaRPr lang="de-DE"/>
          </a:p>
        </p:txBody>
      </p:sp>
      <p:sp>
        <p:nvSpPr>
          <p:cNvPr id="13" name="Bildplatzhalter 12">
            <a:extLst>
              <a:ext uri="{FF2B5EF4-FFF2-40B4-BE49-F238E27FC236}">
                <a16:creationId xmlns:a16="http://schemas.microsoft.com/office/drawing/2014/main" id="{EEF788ED-50FF-42A5-81F3-F7E58B0D9043}"/>
              </a:ext>
            </a:extLst>
          </p:cNvPr>
          <p:cNvSpPr>
            <a:spLocks noGrp="1"/>
          </p:cNvSpPr>
          <p:nvPr>
            <p:ph type="pic" sz="quarter" idx="38"/>
          </p:nvPr>
        </p:nvSpPr>
        <p:spPr/>
      </p:sp>
      <p:sp>
        <p:nvSpPr>
          <p:cNvPr id="12" name="Textplatzhalter 11">
            <a:extLst>
              <a:ext uri="{FF2B5EF4-FFF2-40B4-BE49-F238E27FC236}">
                <a16:creationId xmlns:a16="http://schemas.microsoft.com/office/drawing/2014/main" id="{9E7CDA16-E044-45CA-99E9-CBAF3D012E37}"/>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spTree>
    <p:extLst>
      <p:ext uri="{BB962C8B-B14F-4D97-AF65-F5344CB8AC3E}">
        <p14:creationId xmlns:p14="http://schemas.microsoft.com/office/powerpoint/2010/main" val="2778199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66F13A55-7519-49D7-8B56-43A884520065}"/>
              </a:ext>
            </a:extLst>
          </p:cNvPr>
          <p:cNvSpPr>
            <a:spLocks noGrp="1"/>
          </p:cNvSpPr>
          <p:nvPr>
            <p:ph type="title"/>
          </p:nvPr>
        </p:nvSpPr>
        <p:spPr/>
        <p:txBody>
          <a:bodyPr/>
          <a:lstStyle/>
          <a:p>
            <a:r>
              <a:rPr lang="de-DE" dirty="0"/>
              <a:t>Folie zur freien Gestaltung | Zeitstrahl</a:t>
            </a:r>
          </a:p>
        </p:txBody>
      </p:sp>
      <p:sp>
        <p:nvSpPr>
          <p:cNvPr id="2" name="Datumsplatzhalter 1">
            <a:extLst>
              <a:ext uri="{FF2B5EF4-FFF2-40B4-BE49-F238E27FC236}">
                <a16:creationId xmlns:a16="http://schemas.microsoft.com/office/drawing/2014/main" id="{29760A67-6E06-4EC8-9635-6CD70B22E2A2}"/>
              </a:ext>
            </a:extLst>
          </p:cNvPr>
          <p:cNvSpPr>
            <a:spLocks noGrp="1"/>
          </p:cNvSpPr>
          <p:nvPr>
            <p:ph type="dt" sz="half" idx="10"/>
          </p:nvPr>
        </p:nvSpPr>
        <p:spPr>
          <a:xfrm>
            <a:off x="7930836" y="6634667"/>
            <a:ext cx="519373" cy="107722"/>
          </a:xfrm>
        </p:spPr>
        <p:txBody>
          <a:bodyPr/>
          <a:lstStyle/>
          <a:p>
            <a:fld id="{D4E2239B-C634-439B-A10C-1F3F53A5DD5D}" type="datetime4">
              <a:rPr lang="de-DE" smtClean="0"/>
              <a:t>18. März 2026</a:t>
            </a:fld>
            <a:endParaRPr lang="de-DE" dirty="0"/>
          </a:p>
        </p:txBody>
      </p:sp>
      <p:sp>
        <p:nvSpPr>
          <p:cNvPr id="3" name="Fußzeilenplatzhalter 2">
            <a:extLst>
              <a:ext uri="{FF2B5EF4-FFF2-40B4-BE49-F238E27FC236}">
                <a16:creationId xmlns:a16="http://schemas.microsoft.com/office/drawing/2014/main" id="{132F367B-8D81-4F23-B285-08115723E687}"/>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B398846C-787A-40AC-B786-9CBDDCC6FBA0}"/>
              </a:ext>
            </a:extLst>
          </p:cNvPr>
          <p:cNvSpPr>
            <a:spLocks noGrp="1"/>
          </p:cNvSpPr>
          <p:nvPr>
            <p:ph type="sldNum" sz="quarter" idx="12"/>
          </p:nvPr>
        </p:nvSpPr>
        <p:spPr>
          <a:xfrm>
            <a:off x="8657661" y="6634667"/>
            <a:ext cx="99386" cy="107722"/>
          </a:xfrm>
        </p:spPr>
        <p:txBody>
          <a:bodyPr/>
          <a:lstStyle/>
          <a:p>
            <a:fld id="{D949F9DF-37BD-4CD6-BF49-65BA579E1D7A}" type="slidenum">
              <a:rPr lang="de-DE" smtClean="0"/>
              <a:pPr/>
              <a:t>22</a:t>
            </a:fld>
            <a:endParaRPr lang="de-DE"/>
          </a:p>
        </p:txBody>
      </p:sp>
      <p:sp>
        <p:nvSpPr>
          <p:cNvPr id="13" name="Bildplatzhalter 12">
            <a:extLst>
              <a:ext uri="{FF2B5EF4-FFF2-40B4-BE49-F238E27FC236}">
                <a16:creationId xmlns:a16="http://schemas.microsoft.com/office/drawing/2014/main" id="{EEF788ED-50FF-42A5-81F3-F7E58B0D9043}"/>
              </a:ext>
            </a:extLst>
          </p:cNvPr>
          <p:cNvSpPr>
            <a:spLocks noGrp="1"/>
          </p:cNvSpPr>
          <p:nvPr>
            <p:ph type="pic" sz="quarter" idx="38"/>
          </p:nvPr>
        </p:nvSpPr>
        <p:spPr/>
      </p:sp>
      <p:sp>
        <p:nvSpPr>
          <p:cNvPr id="12" name="Textplatzhalter 11">
            <a:extLst>
              <a:ext uri="{FF2B5EF4-FFF2-40B4-BE49-F238E27FC236}">
                <a16:creationId xmlns:a16="http://schemas.microsoft.com/office/drawing/2014/main" id="{9E7CDA16-E044-45CA-99E9-CBAF3D012E37}"/>
              </a:ext>
            </a:extLst>
          </p:cNvPr>
          <p:cNvSpPr>
            <a:spLocks noGrp="1"/>
          </p:cNvSpPr>
          <p:nvPr>
            <p:ph type="body" sz="quarter" idx="37"/>
          </p:nvPr>
        </p:nvSpPr>
        <p:spPr>
          <a:xfrm>
            <a:off x="388738" y="611950"/>
            <a:ext cx="5133289" cy="218586"/>
          </a:xfrm>
        </p:spPr>
        <p:txBody>
          <a:bodyPr/>
          <a:lstStyle/>
          <a:p>
            <a:r>
              <a:rPr lang="de-DE" dirty="0"/>
              <a:t>Subheadline möglich. Gegebenenfalls löschen.</a:t>
            </a:r>
          </a:p>
        </p:txBody>
      </p:sp>
      <p:grpSp>
        <p:nvGrpSpPr>
          <p:cNvPr id="41" name="Gruppieren 40">
            <a:extLst>
              <a:ext uri="{FF2B5EF4-FFF2-40B4-BE49-F238E27FC236}">
                <a16:creationId xmlns:a16="http://schemas.microsoft.com/office/drawing/2014/main" id="{74AA3173-FB61-4DCD-92AD-CFD87F81E2E7}"/>
              </a:ext>
            </a:extLst>
          </p:cNvPr>
          <p:cNvGrpSpPr/>
          <p:nvPr/>
        </p:nvGrpSpPr>
        <p:grpSpPr>
          <a:xfrm>
            <a:off x="388738" y="2089530"/>
            <a:ext cx="8367912" cy="3596216"/>
            <a:chOff x="388738" y="1987930"/>
            <a:chExt cx="8367912" cy="3596216"/>
          </a:xfrm>
        </p:grpSpPr>
        <p:cxnSp>
          <p:nvCxnSpPr>
            <p:cNvPr id="8" name="Gerader Verbinder 7">
              <a:extLst>
                <a:ext uri="{FF2B5EF4-FFF2-40B4-BE49-F238E27FC236}">
                  <a16:creationId xmlns:a16="http://schemas.microsoft.com/office/drawing/2014/main" id="{0ADB4F99-C110-4110-A0E2-C9BDD145CA39}"/>
                </a:ext>
              </a:extLst>
            </p:cNvPr>
            <p:cNvCxnSpPr>
              <a:cxnSpLocks/>
            </p:cNvCxnSpPr>
            <p:nvPr/>
          </p:nvCxnSpPr>
          <p:spPr>
            <a:xfrm>
              <a:off x="388738" y="3786038"/>
              <a:ext cx="8367912"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40" name="Gruppieren 39">
              <a:extLst>
                <a:ext uri="{FF2B5EF4-FFF2-40B4-BE49-F238E27FC236}">
                  <a16:creationId xmlns:a16="http://schemas.microsoft.com/office/drawing/2014/main" id="{7F34A47D-35EA-442E-9857-C6626841C363}"/>
                </a:ext>
              </a:extLst>
            </p:cNvPr>
            <p:cNvGrpSpPr/>
            <p:nvPr/>
          </p:nvGrpSpPr>
          <p:grpSpPr>
            <a:xfrm>
              <a:off x="608719" y="1987930"/>
              <a:ext cx="1777055" cy="1978108"/>
              <a:chOff x="748738" y="1987930"/>
              <a:chExt cx="1777055" cy="1978108"/>
            </a:xfrm>
          </p:grpSpPr>
          <p:sp>
            <p:nvSpPr>
              <p:cNvPr id="9" name="Rechteck 8">
                <a:extLst>
                  <a:ext uri="{FF2B5EF4-FFF2-40B4-BE49-F238E27FC236}">
                    <a16:creationId xmlns:a16="http://schemas.microsoft.com/office/drawing/2014/main" id="{47997FA4-93FF-4406-801A-901009E0950C}"/>
                  </a:ext>
                </a:extLst>
              </p:cNvPr>
              <p:cNvSpPr/>
              <p:nvPr/>
            </p:nvSpPr>
            <p:spPr>
              <a:xfrm>
                <a:off x="74873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01</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0" name="Textfeld 9">
                <a:extLst>
                  <a:ext uri="{FF2B5EF4-FFF2-40B4-BE49-F238E27FC236}">
                    <a16:creationId xmlns:a16="http://schemas.microsoft.com/office/drawing/2014/main" id="{733F77B8-BDD2-4C83-BDC6-AEFC149A643E}"/>
                  </a:ext>
                </a:extLst>
              </p:cNvPr>
              <p:cNvSpPr txBox="1"/>
              <p:nvPr/>
            </p:nvSpPr>
            <p:spPr>
              <a:xfrm>
                <a:off x="110873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14" name="Gerader Verbinder 13">
                <a:extLst>
                  <a:ext uri="{FF2B5EF4-FFF2-40B4-BE49-F238E27FC236}">
                    <a16:creationId xmlns:a16="http://schemas.microsoft.com/office/drawing/2014/main" id="{E8824D4B-F556-4E19-93B6-84A5669D0A55}"/>
                  </a:ext>
                </a:extLst>
              </p:cNvPr>
              <p:cNvCxnSpPr>
                <a:cxnSpLocks/>
              </p:cNvCxnSpPr>
              <p:nvPr/>
            </p:nvCxnSpPr>
            <p:spPr>
              <a:xfrm>
                <a:off x="928738"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9" name="Gruppieren 38">
              <a:extLst>
                <a:ext uri="{FF2B5EF4-FFF2-40B4-BE49-F238E27FC236}">
                  <a16:creationId xmlns:a16="http://schemas.microsoft.com/office/drawing/2014/main" id="{7E9C9D3B-8BF7-4935-9B9B-698C820DF030}"/>
                </a:ext>
              </a:extLst>
            </p:cNvPr>
            <p:cNvGrpSpPr/>
            <p:nvPr/>
          </p:nvGrpSpPr>
          <p:grpSpPr>
            <a:xfrm>
              <a:off x="1879085" y="3606038"/>
              <a:ext cx="1777055" cy="1978108"/>
              <a:chOff x="1609173" y="3606038"/>
              <a:chExt cx="1777055" cy="1978108"/>
            </a:xfrm>
          </p:grpSpPr>
          <p:sp>
            <p:nvSpPr>
              <p:cNvPr id="15" name="Rechteck 14">
                <a:extLst>
                  <a:ext uri="{FF2B5EF4-FFF2-40B4-BE49-F238E27FC236}">
                    <a16:creationId xmlns:a16="http://schemas.microsoft.com/office/drawing/2014/main" id="{3215DCB7-9F27-413A-83EA-82A5F3669E9E}"/>
                  </a:ext>
                </a:extLst>
              </p:cNvPr>
              <p:cNvSpPr/>
              <p:nvPr/>
            </p:nvSpPr>
            <p:spPr>
              <a:xfrm>
                <a:off x="160917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02</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6" name="Textfeld 15">
                <a:extLst>
                  <a:ext uri="{FF2B5EF4-FFF2-40B4-BE49-F238E27FC236}">
                    <a16:creationId xmlns:a16="http://schemas.microsoft.com/office/drawing/2014/main" id="{846EA05C-5C5F-4D26-BB07-22031CFA8702}"/>
                  </a:ext>
                </a:extLst>
              </p:cNvPr>
              <p:cNvSpPr txBox="1"/>
              <p:nvPr/>
            </p:nvSpPr>
            <p:spPr>
              <a:xfrm>
                <a:off x="196917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17" name="Gerader Verbinder 16">
                <a:extLst>
                  <a:ext uri="{FF2B5EF4-FFF2-40B4-BE49-F238E27FC236}">
                    <a16:creationId xmlns:a16="http://schemas.microsoft.com/office/drawing/2014/main" id="{F2FC1847-091C-4BBE-B8F8-6A487362A527}"/>
                  </a:ext>
                </a:extLst>
              </p:cNvPr>
              <p:cNvCxnSpPr>
                <a:cxnSpLocks/>
              </p:cNvCxnSpPr>
              <p:nvPr/>
            </p:nvCxnSpPr>
            <p:spPr>
              <a:xfrm>
                <a:off x="178917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8" name="Gruppieren 37">
              <a:extLst>
                <a:ext uri="{FF2B5EF4-FFF2-40B4-BE49-F238E27FC236}">
                  <a16:creationId xmlns:a16="http://schemas.microsoft.com/office/drawing/2014/main" id="{C1C29E51-D8C7-45A2-B0B0-C7064FDBB9C4}"/>
                </a:ext>
              </a:extLst>
            </p:cNvPr>
            <p:cNvGrpSpPr/>
            <p:nvPr/>
          </p:nvGrpSpPr>
          <p:grpSpPr>
            <a:xfrm>
              <a:off x="3149451" y="1987930"/>
              <a:ext cx="1777055" cy="1978108"/>
              <a:chOff x="3256658" y="1987930"/>
              <a:chExt cx="1777055" cy="1978108"/>
            </a:xfrm>
          </p:grpSpPr>
          <p:sp>
            <p:nvSpPr>
              <p:cNvPr id="18" name="Rechteck 17">
                <a:extLst>
                  <a:ext uri="{FF2B5EF4-FFF2-40B4-BE49-F238E27FC236}">
                    <a16:creationId xmlns:a16="http://schemas.microsoft.com/office/drawing/2014/main" id="{5708AE73-BAE9-4F34-A3AE-90D51F2A30AD}"/>
                  </a:ext>
                </a:extLst>
              </p:cNvPr>
              <p:cNvSpPr/>
              <p:nvPr/>
            </p:nvSpPr>
            <p:spPr>
              <a:xfrm>
                <a:off x="325665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03</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9" name="Textfeld 18">
                <a:extLst>
                  <a:ext uri="{FF2B5EF4-FFF2-40B4-BE49-F238E27FC236}">
                    <a16:creationId xmlns:a16="http://schemas.microsoft.com/office/drawing/2014/main" id="{B29A71AE-6B63-49E4-A808-93D154D4B60A}"/>
                  </a:ext>
                </a:extLst>
              </p:cNvPr>
              <p:cNvSpPr txBox="1"/>
              <p:nvPr/>
            </p:nvSpPr>
            <p:spPr>
              <a:xfrm>
                <a:off x="361665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0" name="Gerader Verbinder 19">
                <a:extLst>
                  <a:ext uri="{FF2B5EF4-FFF2-40B4-BE49-F238E27FC236}">
                    <a16:creationId xmlns:a16="http://schemas.microsoft.com/office/drawing/2014/main" id="{F77860AF-9FD7-4A8F-A3CE-1BAF7AD97831}"/>
                  </a:ext>
                </a:extLst>
              </p:cNvPr>
              <p:cNvCxnSpPr>
                <a:cxnSpLocks/>
              </p:cNvCxnSpPr>
              <p:nvPr/>
            </p:nvCxnSpPr>
            <p:spPr>
              <a:xfrm>
                <a:off x="3436658"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7" name="Gruppieren 36">
              <a:extLst>
                <a:ext uri="{FF2B5EF4-FFF2-40B4-BE49-F238E27FC236}">
                  <a16:creationId xmlns:a16="http://schemas.microsoft.com/office/drawing/2014/main" id="{259B343E-0F31-4FA4-8EEA-3739DA9B5913}"/>
                </a:ext>
              </a:extLst>
            </p:cNvPr>
            <p:cNvGrpSpPr/>
            <p:nvPr/>
          </p:nvGrpSpPr>
          <p:grpSpPr>
            <a:xfrm>
              <a:off x="4419817" y="3606038"/>
              <a:ext cx="1777055" cy="1978108"/>
              <a:chOff x="4829863" y="3606038"/>
              <a:chExt cx="1777055" cy="1978108"/>
            </a:xfrm>
          </p:grpSpPr>
          <p:sp>
            <p:nvSpPr>
              <p:cNvPr id="21" name="Rechteck 20">
                <a:extLst>
                  <a:ext uri="{FF2B5EF4-FFF2-40B4-BE49-F238E27FC236}">
                    <a16:creationId xmlns:a16="http://schemas.microsoft.com/office/drawing/2014/main" id="{93362E1E-A10A-4BEB-89C0-75F76E8A24D9}"/>
                  </a:ext>
                </a:extLst>
              </p:cNvPr>
              <p:cNvSpPr/>
              <p:nvPr/>
            </p:nvSpPr>
            <p:spPr>
              <a:xfrm>
                <a:off x="482986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04</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2" name="Textfeld 21">
                <a:extLst>
                  <a:ext uri="{FF2B5EF4-FFF2-40B4-BE49-F238E27FC236}">
                    <a16:creationId xmlns:a16="http://schemas.microsoft.com/office/drawing/2014/main" id="{35E8BCCE-9E21-41AD-B1AA-CD63FB2C6D7C}"/>
                  </a:ext>
                </a:extLst>
              </p:cNvPr>
              <p:cNvSpPr txBox="1"/>
              <p:nvPr/>
            </p:nvSpPr>
            <p:spPr>
              <a:xfrm>
                <a:off x="518986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3" name="Gerader Verbinder 22">
                <a:extLst>
                  <a:ext uri="{FF2B5EF4-FFF2-40B4-BE49-F238E27FC236}">
                    <a16:creationId xmlns:a16="http://schemas.microsoft.com/office/drawing/2014/main" id="{6AFABC96-712C-4ED6-A9CC-B3D940A3DDF4}"/>
                  </a:ext>
                </a:extLst>
              </p:cNvPr>
              <p:cNvCxnSpPr>
                <a:cxnSpLocks/>
              </p:cNvCxnSpPr>
              <p:nvPr/>
            </p:nvCxnSpPr>
            <p:spPr>
              <a:xfrm>
                <a:off x="500986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6" name="Gruppieren 35">
              <a:extLst>
                <a:ext uri="{FF2B5EF4-FFF2-40B4-BE49-F238E27FC236}">
                  <a16:creationId xmlns:a16="http://schemas.microsoft.com/office/drawing/2014/main" id="{6F7FE693-C361-4869-B876-04ACAE255573}"/>
                </a:ext>
              </a:extLst>
            </p:cNvPr>
            <p:cNvGrpSpPr/>
            <p:nvPr/>
          </p:nvGrpSpPr>
          <p:grpSpPr>
            <a:xfrm>
              <a:off x="5690183" y="1987930"/>
              <a:ext cx="1777055" cy="1978108"/>
              <a:chOff x="5730254" y="1987930"/>
              <a:chExt cx="1777055" cy="1978108"/>
            </a:xfrm>
          </p:grpSpPr>
          <p:sp>
            <p:nvSpPr>
              <p:cNvPr id="24" name="Rechteck 23">
                <a:extLst>
                  <a:ext uri="{FF2B5EF4-FFF2-40B4-BE49-F238E27FC236}">
                    <a16:creationId xmlns:a16="http://schemas.microsoft.com/office/drawing/2014/main" id="{4696E2B7-B35C-4878-82B0-19EFA9F3440F}"/>
                  </a:ext>
                </a:extLst>
              </p:cNvPr>
              <p:cNvSpPr/>
              <p:nvPr/>
            </p:nvSpPr>
            <p:spPr>
              <a:xfrm>
                <a:off x="5730254"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05</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5" name="Textfeld 24">
                <a:extLst>
                  <a:ext uri="{FF2B5EF4-FFF2-40B4-BE49-F238E27FC236}">
                    <a16:creationId xmlns:a16="http://schemas.microsoft.com/office/drawing/2014/main" id="{454D1343-2CC0-4D24-9D3B-C184502458C2}"/>
                  </a:ext>
                </a:extLst>
              </p:cNvPr>
              <p:cNvSpPr txBox="1"/>
              <p:nvPr/>
            </p:nvSpPr>
            <p:spPr>
              <a:xfrm>
                <a:off x="6090254"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6" name="Gerader Verbinder 25">
                <a:extLst>
                  <a:ext uri="{FF2B5EF4-FFF2-40B4-BE49-F238E27FC236}">
                    <a16:creationId xmlns:a16="http://schemas.microsoft.com/office/drawing/2014/main" id="{E08F32CF-B42B-4E66-AFB1-05F5FE55AED1}"/>
                  </a:ext>
                </a:extLst>
              </p:cNvPr>
              <p:cNvCxnSpPr>
                <a:cxnSpLocks/>
              </p:cNvCxnSpPr>
              <p:nvPr/>
            </p:nvCxnSpPr>
            <p:spPr>
              <a:xfrm>
                <a:off x="5910254"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5" name="Gruppieren 34">
              <a:extLst>
                <a:ext uri="{FF2B5EF4-FFF2-40B4-BE49-F238E27FC236}">
                  <a16:creationId xmlns:a16="http://schemas.microsoft.com/office/drawing/2014/main" id="{711DEDAE-CF30-4663-A73F-B0A23FAC04BC}"/>
                </a:ext>
              </a:extLst>
            </p:cNvPr>
            <p:cNvGrpSpPr/>
            <p:nvPr/>
          </p:nvGrpSpPr>
          <p:grpSpPr>
            <a:xfrm>
              <a:off x="6960547" y="3606038"/>
              <a:ext cx="1777055" cy="1978108"/>
              <a:chOff x="6846211" y="3606038"/>
              <a:chExt cx="1777055" cy="1978108"/>
            </a:xfrm>
          </p:grpSpPr>
          <p:sp>
            <p:nvSpPr>
              <p:cNvPr id="27" name="Rechteck 26">
                <a:extLst>
                  <a:ext uri="{FF2B5EF4-FFF2-40B4-BE49-F238E27FC236}">
                    <a16:creationId xmlns:a16="http://schemas.microsoft.com/office/drawing/2014/main" id="{4B349549-1113-46B7-97FA-1412309A32DC}"/>
                  </a:ext>
                </a:extLst>
              </p:cNvPr>
              <p:cNvSpPr/>
              <p:nvPr/>
            </p:nvSpPr>
            <p:spPr>
              <a:xfrm>
                <a:off x="6846211"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06</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8" name="Textfeld 27">
                <a:extLst>
                  <a:ext uri="{FF2B5EF4-FFF2-40B4-BE49-F238E27FC236}">
                    <a16:creationId xmlns:a16="http://schemas.microsoft.com/office/drawing/2014/main" id="{02720106-3FBF-4413-BF5F-428980EAAA51}"/>
                  </a:ext>
                </a:extLst>
              </p:cNvPr>
              <p:cNvSpPr txBox="1"/>
              <p:nvPr/>
            </p:nvSpPr>
            <p:spPr>
              <a:xfrm>
                <a:off x="7206211"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9" name="Gerader Verbinder 28">
                <a:extLst>
                  <a:ext uri="{FF2B5EF4-FFF2-40B4-BE49-F238E27FC236}">
                    <a16:creationId xmlns:a16="http://schemas.microsoft.com/office/drawing/2014/main" id="{9E7A083F-C5C2-49FD-AF46-E8A698622B7A}"/>
                  </a:ext>
                </a:extLst>
              </p:cNvPr>
              <p:cNvCxnSpPr>
                <a:cxnSpLocks/>
              </p:cNvCxnSpPr>
              <p:nvPr/>
            </p:nvCxnSpPr>
            <p:spPr>
              <a:xfrm>
                <a:off x="7026211"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99039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66F13A55-7519-49D7-8B56-43A884520065}"/>
              </a:ext>
            </a:extLst>
          </p:cNvPr>
          <p:cNvSpPr>
            <a:spLocks noGrp="1"/>
          </p:cNvSpPr>
          <p:nvPr>
            <p:ph type="title"/>
          </p:nvPr>
        </p:nvSpPr>
        <p:spPr/>
        <p:txBody>
          <a:bodyPr/>
          <a:lstStyle/>
          <a:p>
            <a:r>
              <a:rPr lang="de-DE" dirty="0"/>
              <a:t>Folie zur freien Gestaltung | Weiß</a:t>
            </a:r>
          </a:p>
        </p:txBody>
      </p:sp>
      <p:sp>
        <p:nvSpPr>
          <p:cNvPr id="2" name="Datumsplatzhalter 1">
            <a:extLst>
              <a:ext uri="{FF2B5EF4-FFF2-40B4-BE49-F238E27FC236}">
                <a16:creationId xmlns:a16="http://schemas.microsoft.com/office/drawing/2014/main" id="{29760A67-6E06-4EC8-9635-6CD70B22E2A2}"/>
              </a:ext>
            </a:extLst>
          </p:cNvPr>
          <p:cNvSpPr>
            <a:spLocks noGrp="1"/>
          </p:cNvSpPr>
          <p:nvPr>
            <p:ph type="dt" sz="half" idx="10"/>
          </p:nvPr>
        </p:nvSpPr>
        <p:spPr/>
        <p:txBody>
          <a:bodyPr/>
          <a:lstStyle/>
          <a:p>
            <a:fld id="{98511EC1-D948-4DD4-ACD3-044CDBB9F2EF}" type="datetime4">
              <a:rPr lang="de-DE" smtClean="0"/>
              <a:t>18. März 2026</a:t>
            </a:fld>
            <a:endParaRPr lang="de-DE" dirty="0"/>
          </a:p>
        </p:txBody>
      </p:sp>
      <p:sp>
        <p:nvSpPr>
          <p:cNvPr id="3" name="Fußzeilenplatzhalter 2">
            <a:extLst>
              <a:ext uri="{FF2B5EF4-FFF2-40B4-BE49-F238E27FC236}">
                <a16:creationId xmlns:a16="http://schemas.microsoft.com/office/drawing/2014/main" id="{132F367B-8D81-4F23-B285-08115723E687}"/>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B398846C-787A-40AC-B786-9CBDDCC6FBA0}"/>
              </a:ext>
            </a:extLst>
          </p:cNvPr>
          <p:cNvSpPr>
            <a:spLocks noGrp="1"/>
          </p:cNvSpPr>
          <p:nvPr>
            <p:ph type="sldNum" sz="quarter" idx="12"/>
          </p:nvPr>
        </p:nvSpPr>
        <p:spPr/>
        <p:txBody>
          <a:bodyPr/>
          <a:lstStyle/>
          <a:p>
            <a:fld id="{D949F9DF-37BD-4CD6-BF49-65BA579E1D7A}" type="slidenum">
              <a:rPr lang="de-DE" smtClean="0"/>
              <a:pPr/>
              <a:t>23</a:t>
            </a:fld>
            <a:endParaRPr lang="de-DE"/>
          </a:p>
        </p:txBody>
      </p:sp>
      <p:sp>
        <p:nvSpPr>
          <p:cNvPr id="5" name="Bildplatzhalter 4">
            <a:extLst>
              <a:ext uri="{FF2B5EF4-FFF2-40B4-BE49-F238E27FC236}">
                <a16:creationId xmlns:a16="http://schemas.microsoft.com/office/drawing/2014/main" id="{A17CC3B4-4F69-4A56-8BD6-221BAE067B33}"/>
              </a:ext>
            </a:extLst>
          </p:cNvPr>
          <p:cNvSpPr>
            <a:spLocks noGrp="1"/>
          </p:cNvSpPr>
          <p:nvPr>
            <p:ph type="pic" sz="quarter" idx="38"/>
          </p:nvPr>
        </p:nvSpPr>
        <p:spPr/>
      </p:sp>
      <p:sp>
        <p:nvSpPr>
          <p:cNvPr id="12" name="Textplatzhalter 11">
            <a:extLst>
              <a:ext uri="{FF2B5EF4-FFF2-40B4-BE49-F238E27FC236}">
                <a16:creationId xmlns:a16="http://schemas.microsoft.com/office/drawing/2014/main" id="{9E7CDA16-E044-45CA-99E9-CBAF3D012E37}"/>
              </a:ext>
            </a:extLst>
          </p:cNvPr>
          <p:cNvSpPr>
            <a:spLocks noGrp="1"/>
          </p:cNvSpPr>
          <p:nvPr>
            <p:ph type="body" sz="quarter" idx="37"/>
          </p:nvPr>
        </p:nvSpPr>
        <p:spPr/>
        <p:txBody>
          <a:bodyPr/>
          <a:lstStyle/>
          <a:p>
            <a:r>
              <a:rPr lang="de-DE" dirty="0"/>
              <a:t>Subheadline möglich. Gegebenenfalls löschen.</a:t>
            </a:r>
          </a:p>
        </p:txBody>
      </p:sp>
    </p:spTree>
    <p:extLst>
      <p:ext uri="{BB962C8B-B14F-4D97-AF65-F5344CB8AC3E}">
        <p14:creationId xmlns:p14="http://schemas.microsoft.com/office/powerpoint/2010/main" val="3184467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66F13A55-7519-49D7-8B56-43A884520065}"/>
              </a:ext>
            </a:extLst>
          </p:cNvPr>
          <p:cNvSpPr>
            <a:spLocks noGrp="1"/>
          </p:cNvSpPr>
          <p:nvPr>
            <p:ph type="title"/>
          </p:nvPr>
        </p:nvSpPr>
        <p:spPr/>
        <p:txBody>
          <a:bodyPr/>
          <a:lstStyle/>
          <a:p>
            <a:r>
              <a:rPr lang="de-DE" dirty="0"/>
              <a:t>Folie zur freien Gestaltung | Zeitstrahl</a:t>
            </a:r>
          </a:p>
        </p:txBody>
      </p:sp>
      <p:sp>
        <p:nvSpPr>
          <p:cNvPr id="2" name="Datumsplatzhalter 1">
            <a:extLst>
              <a:ext uri="{FF2B5EF4-FFF2-40B4-BE49-F238E27FC236}">
                <a16:creationId xmlns:a16="http://schemas.microsoft.com/office/drawing/2014/main" id="{29760A67-6E06-4EC8-9635-6CD70B22E2A2}"/>
              </a:ext>
            </a:extLst>
          </p:cNvPr>
          <p:cNvSpPr>
            <a:spLocks noGrp="1"/>
          </p:cNvSpPr>
          <p:nvPr>
            <p:ph type="dt" sz="half" idx="10"/>
          </p:nvPr>
        </p:nvSpPr>
        <p:spPr>
          <a:xfrm>
            <a:off x="7930836" y="6634667"/>
            <a:ext cx="519373" cy="107722"/>
          </a:xfrm>
        </p:spPr>
        <p:txBody>
          <a:bodyPr/>
          <a:lstStyle/>
          <a:p>
            <a:fld id="{7328AB40-863D-4BB2-98F9-1795F1F860FA}" type="datetime4">
              <a:rPr lang="de-DE" smtClean="0"/>
              <a:t>18. März 2026</a:t>
            </a:fld>
            <a:endParaRPr lang="de-DE" dirty="0"/>
          </a:p>
        </p:txBody>
      </p:sp>
      <p:sp>
        <p:nvSpPr>
          <p:cNvPr id="3" name="Fußzeilenplatzhalter 2">
            <a:extLst>
              <a:ext uri="{FF2B5EF4-FFF2-40B4-BE49-F238E27FC236}">
                <a16:creationId xmlns:a16="http://schemas.microsoft.com/office/drawing/2014/main" id="{132F367B-8D81-4F23-B285-08115723E687}"/>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B398846C-787A-40AC-B786-9CBDDCC6FBA0}"/>
              </a:ext>
            </a:extLst>
          </p:cNvPr>
          <p:cNvSpPr>
            <a:spLocks noGrp="1"/>
          </p:cNvSpPr>
          <p:nvPr>
            <p:ph type="sldNum" sz="quarter" idx="12"/>
          </p:nvPr>
        </p:nvSpPr>
        <p:spPr>
          <a:xfrm>
            <a:off x="8657661" y="6634667"/>
            <a:ext cx="99386" cy="107722"/>
          </a:xfrm>
        </p:spPr>
        <p:txBody>
          <a:bodyPr/>
          <a:lstStyle/>
          <a:p>
            <a:fld id="{D949F9DF-37BD-4CD6-BF49-65BA579E1D7A}" type="slidenum">
              <a:rPr lang="de-DE" smtClean="0"/>
              <a:pPr/>
              <a:t>24</a:t>
            </a:fld>
            <a:endParaRPr lang="de-DE"/>
          </a:p>
        </p:txBody>
      </p:sp>
      <p:sp>
        <p:nvSpPr>
          <p:cNvPr id="5" name="Bildplatzhalter 4">
            <a:extLst>
              <a:ext uri="{FF2B5EF4-FFF2-40B4-BE49-F238E27FC236}">
                <a16:creationId xmlns:a16="http://schemas.microsoft.com/office/drawing/2014/main" id="{A17CC3B4-4F69-4A56-8BD6-221BAE067B33}"/>
              </a:ext>
            </a:extLst>
          </p:cNvPr>
          <p:cNvSpPr>
            <a:spLocks noGrp="1"/>
          </p:cNvSpPr>
          <p:nvPr>
            <p:ph type="pic" sz="quarter" idx="38"/>
          </p:nvPr>
        </p:nvSpPr>
        <p:spPr/>
      </p:sp>
      <p:sp>
        <p:nvSpPr>
          <p:cNvPr id="12" name="Textplatzhalter 11">
            <a:extLst>
              <a:ext uri="{FF2B5EF4-FFF2-40B4-BE49-F238E27FC236}">
                <a16:creationId xmlns:a16="http://schemas.microsoft.com/office/drawing/2014/main" id="{9E7CDA16-E044-45CA-99E9-CBAF3D012E37}"/>
              </a:ext>
            </a:extLst>
          </p:cNvPr>
          <p:cNvSpPr>
            <a:spLocks noGrp="1"/>
          </p:cNvSpPr>
          <p:nvPr>
            <p:ph type="body" sz="quarter" idx="37"/>
          </p:nvPr>
        </p:nvSpPr>
        <p:spPr/>
        <p:txBody>
          <a:bodyPr/>
          <a:lstStyle/>
          <a:p>
            <a:r>
              <a:rPr lang="de-DE" dirty="0"/>
              <a:t>Subheadline möglich. Gegebenenfalls löschen.</a:t>
            </a:r>
          </a:p>
        </p:txBody>
      </p:sp>
      <p:cxnSp>
        <p:nvCxnSpPr>
          <p:cNvPr id="9" name="Gerader Verbinder 8">
            <a:extLst>
              <a:ext uri="{FF2B5EF4-FFF2-40B4-BE49-F238E27FC236}">
                <a16:creationId xmlns:a16="http://schemas.microsoft.com/office/drawing/2014/main" id="{7E808C72-496D-4EEF-A75D-517C63DC75A6}"/>
              </a:ext>
            </a:extLst>
          </p:cNvPr>
          <p:cNvCxnSpPr>
            <a:cxnSpLocks/>
          </p:cNvCxnSpPr>
          <p:nvPr/>
        </p:nvCxnSpPr>
        <p:spPr>
          <a:xfrm>
            <a:off x="388738" y="3887638"/>
            <a:ext cx="8367912"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uppieren 9">
            <a:extLst>
              <a:ext uri="{FF2B5EF4-FFF2-40B4-BE49-F238E27FC236}">
                <a16:creationId xmlns:a16="http://schemas.microsoft.com/office/drawing/2014/main" id="{DDCB5E99-CBDF-42B5-81B8-7F961B6D24AC}"/>
              </a:ext>
            </a:extLst>
          </p:cNvPr>
          <p:cNvGrpSpPr/>
          <p:nvPr/>
        </p:nvGrpSpPr>
        <p:grpSpPr>
          <a:xfrm>
            <a:off x="608719" y="2089530"/>
            <a:ext cx="1777055" cy="1978108"/>
            <a:chOff x="748738" y="1987930"/>
            <a:chExt cx="1777055" cy="1978108"/>
          </a:xfrm>
        </p:grpSpPr>
        <p:sp>
          <p:nvSpPr>
            <p:cNvPr id="33" name="Rechteck 32">
              <a:extLst>
                <a:ext uri="{FF2B5EF4-FFF2-40B4-BE49-F238E27FC236}">
                  <a16:creationId xmlns:a16="http://schemas.microsoft.com/office/drawing/2014/main" id="{6566720E-2A85-43F0-B60B-E0778C0ADC78}"/>
                </a:ext>
              </a:extLst>
            </p:cNvPr>
            <p:cNvSpPr/>
            <p:nvPr/>
          </p:nvSpPr>
          <p:spPr>
            <a:xfrm>
              <a:off x="74873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01</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34" name="Textfeld 33">
              <a:extLst>
                <a:ext uri="{FF2B5EF4-FFF2-40B4-BE49-F238E27FC236}">
                  <a16:creationId xmlns:a16="http://schemas.microsoft.com/office/drawing/2014/main" id="{C6FBCFCB-7802-42A8-8399-94B28335C417}"/>
                </a:ext>
              </a:extLst>
            </p:cNvPr>
            <p:cNvSpPr txBox="1"/>
            <p:nvPr/>
          </p:nvSpPr>
          <p:spPr>
            <a:xfrm>
              <a:off x="110873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35" name="Gerader Verbinder 34">
              <a:extLst>
                <a:ext uri="{FF2B5EF4-FFF2-40B4-BE49-F238E27FC236}">
                  <a16:creationId xmlns:a16="http://schemas.microsoft.com/office/drawing/2014/main" id="{ABBFBF95-D44E-4203-80E7-1CEBB49AF9A5}"/>
                </a:ext>
              </a:extLst>
            </p:cNvPr>
            <p:cNvCxnSpPr>
              <a:cxnSpLocks/>
            </p:cNvCxnSpPr>
            <p:nvPr/>
          </p:nvCxnSpPr>
          <p:spPr>
            <a:xfrm>
              <a:off x="928738" y="1987930"/>
              <a:ext cx="0" cy="1618108"/>
            </a:xfrm>
            <a:prstGeom prst="line">
              <a:avLst/>
            </a:prstGeom>
            <a:ln w="12700">
              <a:gradFill>
                <a:gsLst>
                  <a:gs pos="0">
                    <a:schemeClr val="bg1"/>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3" name="Gruppieren 12">
            <a:extLst>
              <a:ext uri="{FF2B5EF4-FFF2-40B4-BE49-F238E27FC236}">
                <a16:creationId xmlns:a16="http://schemas.microsoft.com/office/drawing/2014/main" id="{16C0C61A-3A04-4C36-9856-5113C7D4E73E}"/>
              </a:ext>
            </a:extLst>
          </p:cNvPr>
          <p:cNvGrpSpPr/>
          <p:nvPr/>
        </p:nvGrpSpPr>
        <p:grpSpPr>
          <a:xfrm>
            <a:off x="1879085" y="3707638"/>
            <a:ext cx="1777055" cy="1978108"/>
            <a:chOff x="1609173" y="3606038"/>
            <a:chExt cx="1777055" cy="1978108"/>
          </a:xfrm>
        </p:grpSpPr>
        <p:sp>
          <p:nvSpPr>
            <p:cNvPr id="30" name="Rechteck 29">
              <a:extLst>
                <a:ext uri="{FF2B5EF4-FFF2-40B4-BE49-F238E27FC236}">
                  <a16:creationId xmlns:a16="http://schemas.microsoft.com/office/drawing/2014/main" id="{30C9CB53-2B4C-404D-8B01-7357DEB0E78D}"/>
                </a:ext>
              </a:extLst>
            </p:cNvPr>
            <p:cNvSpPr/>
            <p:nvPr/>
          </p:nvSpPr>
          <p:spPr>
            <a:xfrm>
              <a:off x="160917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02</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31" name="Textfeld 30">
              <a:extLst>
                <a:ext uri="{FF2B5EF4-FFF2-40B4-BE49-F238E27FC236}">
                  <a16:creationId xmlns:a16="http://schemas.microsoft.com/office/drawing/2014/main" id="{2371C858-0C5B-4883-9839-32A08E63FDA7}"/>
                </a:ext>
              </a:extLst>
            </p:cNvPr>
            <p:cNvSpPr txBox="1"/>
            <p:nvPr/>
          </p:nvSpPr>
          <p:spPr>
            <a:xfrm>
              <a:off x="196917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32" name="Gerader Verbinder 31">
              <a:extLst>
                <a:ext uri="{FF2B5EF4-FFF2-40B4-BE49-F238E27FC236}">
                  <a16:creationId xmlns:a16="http://schemas.microsoft.com/office/drawing/2014/main" id="{834C3A46-9516-4743-BB6C-AAD32BFE2556}"/>
                </a:ext>
              </a:extLst>
            </p:cNvPr>
            <p:cNvCxnSpPr>
              <a:cxnSpLocks/>
            </p:cNvCxnSpPr>
            <p:nvPr/>
          </p:nvCxnSpPr>
          <p:spPr>
            <a:xfrm>
              <a:off x="1789173" y="3966038"/>
              <a:ext cx="0" cy="1618108"/>
            </a:xfrm>
            <a:prstGeom prst="line">
              <a:avLst/>
            </a:prstGeom>
            <a:ln w="12700">
              <a:gradFill>
                <a:gsLst>
                  <a:gs pos="0">
                    <a:schemeClr val="tx2"/>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4" name="Gruppieren 13">
            <a:extLst>
              <a:ext uri="{FF2B5EF4-FFF2-40B4-BE49-F238E27FC236}">
                <a16:creationId xmlns:a16="http://schemas.microsoft.com/office/drawing/2014/main" id="{8151F3D8-FA84-4E46-A8EE-783584C36590}"/>
              </a:ext>
            </a:extLst>
          </p:cNvPr>
          <p:cNvGrpSpPr/>
          <p:nvPr/>
        </p:nvGrpSpPr>
        <p:grpSpPr>
          <a:xfrm>
            <a:off x="3149451" y="2089530"/>
            <a:ext cx="1777055" cy="1978108"/>
            <a:chOff x="3256658" y="1987930"/>
            <a:chExt cx="1777055" cy="1978108"/>
          </a:xfrm>
        </p:grpSpPr>
        <p:sp>
          <p:nvSpPr>
            <p:cNvPr id="27" name="Rechteck 26">
              <a:extLst>
                <a:ext uri="{FF2B5EF4-FFF2-40B4-BE49-F238E27FC236}">
                  <a16:creationId xmlns:a16="http://schemas.microsoft.com/office/drawing/2014/main" id="{AB663DEB-6974-47A0-B114-218DB91E9FA4}"/>
                </a:ext>
              </a:extLst>
            </p:cNvPr>
            <p:cNvSpPr/>
            <p:nvPr/>
          </p:nvSpPr>
          <p:spPr>
            <a:xfrm>
              <a:off x="325665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03</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8" name="Textfeld 27">
              <a:extLst>
                <a:ext uri="{FF2B5EF4-FFF2-40B4-BE49-F238E27FC236}">
                  <a16:creationId xmlns:a16="http://schemas.microsoft.com/office/drawing/2014/main" id="{FCA71150-271C-4C5B-8187-92840A88AD73}"/>
                </a:ext>
              </a:extLst>
            </p:cNvPr>
            <p:cNvSpPr txBox="1"/>
            <p:nvPr/>
          </p:nvSpPr>
          <p:spPr>
            <a:xfrm>
              <a:off x="361665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9" name="Gerader Verbinder 28">
              <a:extLst>
                <a:ext uri="{FF2B5EF4-FFF2-40B4-BE49-F238E27FC236}">
                  <a16:creationId xmlns:a16="http://schemas.microsoft.com/office/drawing/2014/main" id="{FA564AA8-0190-4816-8236-8C82BC3E4FD9}"/>
                </a:ext>
              </a:extLst>
            </p:cNvPr>
            <p:cNvCxnSpPr>
              <a:cxnSpLocks/>
            </p:cNvCxnSpPr>
            <p:nvPr/>
          </p:nvCxnSpPr>
          <p:spPr>
            <a:xfrm>
              <a:off x="3436658" y="1987930"/>
              <a:ext cx="0" cy="1618108"/>
            </a:xfrm>
            <a:prstGeom prst="line">
              <a:avLst/>
            </a:prstGeom>
            <a:ln w="12700">
              <a:gradFill>
                <a:gsLst>
                  <a:gs pos="0">
                    <a:schemeClr val="bg1"/>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5" name="Gruppieren 14">
            <a:extLst>
              <a:ext uri="{FF2B5EF4-FFF2-40B4-BE49-F238E27FC236}">
                <a16:creationId xmlns:a16="http://schemas.microsoft.com/office/drawing/2014/main" id="{DE3F61A5-C050-450F-A223-36C4905E0E2C}"/>
              </a:ext>
            </a:extLst>
          </p:cNvPr>
          <p:cNvGrpSpPr/>
          <p:nvPr/>
        </p:nvGrpSpPr>
        <p:grpSpPr>
          <a:xfrm>
            <a:off x="4419817" y="3707638"/>
            <a:ext cx="1777055" cy="1978108"/>
            <a:chOff x="4829863" y="3606038"/>
            <a:chExt cx="1777055" cy="1978108"/>
          </a:xfrm>
        </p:grpSpPr>
        <p:sp>
          <p:nvSpPr>
            <p:cNvPr id="24" name="Rechteck 23">
              <a:extLst>
                <a:ext uri="{FF2B5EF4-FFF2-40B4-BE49-F238E27FC236}">
                  <a16:creationId xmlns:a16="http://schemas.microsoft.com/office/drawing/2014/main" id="{0AB7F94F-50A8-4002-8C1A-267DB85DB11F}"/>
                </a:ext>
              </a:extLst>
            </p:cNvPr>
            <p:cNvSpPr/>
            <p:nvPr/>
          </p:nvSpPr>
          <p:spPr>
            <a:xfrm>
              <a:off x="482986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04</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5" name="Textfeld 24">
              <a:extLst>
                <a:ext uri="{FF2B5EF4-FFF2-40B4-BE49-F238E27FC236}">
                  <a16:creationId xmlns:a16="http://schemas.microsoft.com/office/drawing/2014/main" id="{DC4D409A-36CF-434C-A1F4-CC6C95AAB96A}"/>
                </a:ext>
              </a:extLst>
            </p:cNvPr>
            <p:cNvSpPr txBox="1"/>
            <p:nvPr/>
          </p:nvSpPr>
          <p:spPr>
            <a:xfrm>
              <a:off x="518986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6" name="Gerader Verbinder 25">
              <a:extLst>
                <a:ext uri="{FF2B5EF4-FFF2-40B4-BE49-F238E27FC236}">
                  <a16:creationId xmlns:a16="http://schemas.microsoft.com/office/drawing/2014/main" id="{4C77E0C3-23D5-47F3-B8E5-2E8681563F13}"/>
                </a:ext>
              </a:extLst>
            </p:cNvPr>
            <p:cNvCxnSpPr>
              <a:cxnSpLocks/>
            </p:cNvCxnSpPr>
            <p:nvPr/>
          </p:nvCxnSpPr>
          <p:spPr>
            <a:xfrm>
              <a:off x="5009863" y="3966038"/>
              <a:ext cx="0" cy="1618108"/>
            </a:xfrm>
            <a:prstGeom prst="line">
              <a:avLst/>
            </a:prstGeom>
            <a:ln w="12700">
              <a:gradFill>
                <a:gsLst>
                  <a:gs pos="0">
                    <a:schemeClr val="tx2"/>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ieren 15">
            <a:extLst>
              <a:ext uri="{FF2B5EF4-FFF2-40B4-BE49-F238E27FC236}">
                <a16:creationId xmlns:a16="http://schemas.microsoft.com/office/drawing/2014/main" id="{2C7C3429-7F5E-4793-9157-C396535744C1}"/>
              </a:ext>
            </a:extLst>
          </p:cNvPr>
          <p:cNvGrpSpPr/>
          <p:nvPr/>
        </p:nvGrpSpPr>
        <p:grpSpPr>
          <a:xfrm>
            <a:off x="5690183" y="2089530"/>
            <a:ext cx="1777055" cy="1978108"/>
            <a:chOff x="5730254" y="1987930"/>
            <a:chExt cx="1777055" cy="1978108"/>
          </a:xfrm>
        </p:grpSpPr>
        <p:sp>
          <p:nvSpPr>
            <p:cNvPr id="21" name="Rechteck 20">
              <a:extLst>
                <a:ext uri="{FF2B5EF4-FFF2-40B4-BE49-F238E27FC236}">
                  <a16:creationId xmlns:a16="http://schemas.microsoft.com/office/drawing/2014/main" id="{B9DE9053-8DDA-4D4F-9BDF-14900065CC9C}"/>
                </a:ext>
              </a:extLst>
            </p:cNvPr>
            <p:cNvSpPr/>
            <p:nvPr/>
          </p:nvSpPr>
          <p:spPr>
            <a:xfrm>
              <a:off x="5730254"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05</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2" name="Textfeld 21">
              <a:extLst>
                <a:ext uri="{FF2B5EF4-FFF2-40B4-BE49-F238E27FC236}">
                  <a16:creationId xmlns:a16="http://schemas.microsoft.com/office/drawing/2014/main" id="{56755D51-CE0A-496D-BF03-72C5AD19E038}"/>
                </a:ext>
              </a:extLst>
            </p:cNvPr>
            <p:cNvSpPr txBox="1"/>
            <p:nvPr/>
          </p:nvSpPr>
          <p:spPr>
            <a:xfrm>
              <a:off x="6090254"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3" name="Gerader Verbinder 22">
              <a:extLst>
                <a:ext uri="{FF2B5EF4-FFF2-40B4-BE49-F238E27FC236}">
                  <a16:creationId xmlns:a16="http://schemas.microsoft.com/office/drawing/2014/main" id="{B51AEDCA-AD9E-4A7B-A01F-5C5CCEEAD95A}"/>
                </a:ext>
              </a:extLst>
            </p:cNvPr>
            <p:cNvCxnSpPr>
              <a:cxnSpLocks/>
            </p:cNvCxnSpPr>
            <p:nvPr/>
          </p:nvCxnSpPr>
          <p:spPr>
            <a:xfrm>
              <a:off x="5910254" y="1987930"/>
              <a:ext cx="0" cy="1618108"/>
            </a:xfrm>
            <a:prstGeom prst="line">
              <a:avLst/>
            </a:prstGeom>
            <a:ln w="12700">
              <a:gradFill>
                <a:gsLst>
                  <a:gs pos="0">
                    <a:schemeClr val="bg1"/>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7" name="Gruppieren 16">
            <a:extLst>
              <a:ext uri="{FF2B5EF4-FFF2-40B4-BE49-F238E27FC236}">
                <a16:creationId xmlns:a16="http://schemas.microsoft.com/office/drawing/2014/main" id="{EC3F8303-BD5D-466D-A2CD-77323C7A307C}"/>
              </a:ext>
            </a:extLst>
          </p:cNvPr>
          <p:cNvGrpSpPr/>
          <p:nvPr/>
        </p:nvGrpSpPr>
        <p:grpSpPr>
          <a:xfrm>
            <a:off x="6960547" y="3707638"/>
            <a:ext cx="1777055" cy="1978108"/>
            <a:chOff x="6846211" y="3606038"/>
            <a:chExt cx="1777055" cy="1978108"/>
          </a:xfrm>
        </p:grpSpPr>
        <p:sp>
          <p:nvSpPr>
            <p:cNvPr id="18" name="Rechteck 17">
              <a:extLst>
                <a:ext uri="{FF2B5EF4-FFF2-40B4-BE49-F238E27FC236}">
                  <a16:creationId xmlns:a16="http://schemas.microsoft.com/office/drawing/2014/main" id="{65AA0A65-E03D-491C-B93E-C7948AD1AA6A}"/>
                </a:ext>
              </a:extLst>
            </p:cNvPr>
            <p:cNvSpPr/>
            <p:nvPr/>
          </p:nvSpPr>
          <p:spPr>
            <a:xfrm>
              <a:off x="6846211"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sz="1400" b="1" dirty="0">
                  <a:solidFill>
                    <a:schemeClr val="bg1"/>
                  </a:solidFill>
                </a:rPr>
                <a:t>06</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9" name="Textfeld 18">
              <a:extLst>
                <a:ext uri="{FF2B5EF4-FFF2-40B4-BE49-F238E27FC236}">
                  <a16:creationId xmlns:a16="http://schemas.microsoft.com/office/drawing/2014/main" id="{64621715-4BC8-4B71-A923-5AD2C93E57AA}"/>
                </a:ext>
              </a:extLst>
            </p:cNvPr>
            <p:cNvSpPr txBox="1"/>
            <p:nvPr/>
          </p:nvSpPr>
          <p:spPr>
            <a:xfrm>
              <a:off x="7206211"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p>
          </p:txBody>
        </p:sp>
        <p:cxnSp>
          <p:nvCxnSpPr>
            <p:cNvPr id="20" name="Gerader Verbinder 19">
              <a:extLst>
                <a:ext uri="{FF2B5EF4-FFF2-40B4-BE49-F238E27FC236}">
                  <a16:creationId xmlns:a16="http://schemas.microsoft.com/office/drawing/2014/main" id="{8724B72B-4E2A-4B2C-8CA1-EFBD3C7FF72C}"/>
                </a:ext>
              </a:extLst>
            </p:cNvPr>
            <p:cNvCxnSpPr>
              <a:cxnSpLocks/>
            </p:cNvCxnSpPr>
            <p:nvPr/>
          </p:nvCxnSpPr>
          <p:spPr>
            <a:xfrm>
              <a:off x="7026211" y="3966038"/>
              <a:ext cx="0" cy="1618108"/>
            </a:xfrm>
            <a:prstGeom prst="line">
              <a:avLst/>
            </a:prstGeom>
            <a:ln w="12700">
              <a:gradFill>
                <a:gsLst>
                  <a:gs pos="0">
                    <a:schemeClr val="tx2"/>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6021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FEC6B37-ACDB-4880-92C4-DD2CF0A2ABD7}"/>
              </a:ext>
            </a:extLst>
          </p:cNvPr>
          <p:cNvSpPr>
            <a:spLocks noGrp="1"/>
          </p:cNvSpPr>
          <p:nvPr>
            <p:ph type="title"/>
          </p:nvPr>
        </p:nvSpPr>
        <p:spPr/>
        <p:txBody>
          <a:bodyPr/>
          <a:lstStyle/>
          <a:p>
            <a:r>
              <a:rPr lang="de-DE" dirty="0"/>
              <a:t>Zitatfolie</a:t>
            </a:r>
          </a:p>
        </p:txBody>
      </p:sp>
      <p:sp>
        <p:nvSpPr>
          <p:cNvPr id="3" name="Datumsplatzhalter 2">
            <a:extLst>
              <a:ext uri="{FF2B5EF4-FFF2-40B4-BE49-F238E27FC236}">
                <a16:creationId xmlns:a16="http://schemas.microsoft.com/office/drawing/2014/main" id="{CA074687-A001-4F80-A784-9C1094C9B713}"/>
              </a:ext>
            </a:extLst>
          </p:cNvPr>
          <p:cNvSpPr>
            <a:spLocks noGrp="1"/>
          </p:cNvSpPr>
          <p:nvPr>
            <p:ph type="dt" sz="half" idx="10"/>
          </p:nvPr>
        </p:nvSpPr>
        <p:spPr/>
        <p:txBody>
          <a:bodyPr/>
          <a:lstStyle/>
          <a:p>
            <a:fld id="{CBF1FAFD-6E4C-4147-B0C0-560B8EF9F26B}" type="datetime4">
              <a:rPr lang="de-DE" smtClean="0"/>
              <a:t>18. März 2026</a:t>
            </a:fld>
            <a:endParaRPr lang="de-DE" dirty="0"/>
          </a:p>
        </p:txBody>
      </p:sp>
      <p:sp>
        <p:nvSpPr>
          <p:cNvPr id="4" name="Fußzeilenplatzhalter 3">
            <a:extLst>
              <a:ext uri="{FF2B5EF4-FFF2-40B4-BE49-F238E27FC236}">
                <a16:creationId xmlns:a16="http://schemas.microsoft.com/office/drawing/2014/main" id="{0A8BC2D5-84A9-4D0A-B232-D129D240A016}"/>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ADDB43FE-57E3-4FE4-ABC4-4228295EFC1D}"/>
              </a:ext>
            </a:extLst>
          </p:cNvPr>
          <p:cNvSpPr>
            <a:spLocks noGrp="1"/>
          </p:cNvSpPr>
          <p:nvPr>
            <p:ph type="sldNum" sz="quarter" idx="12"/>
          </p:nvPr>
        </p:nvSpPr>
        <p:spPr/>
        <p:txBody>
          <a:bodyPr/>
          <a:lstStyle/>
          <a:p>
            <a:fld id="{D949F9DF-37BD-4CD6-BF49-65BA579E1D7A}" type="slidenum">
              <a:rPr lang="de-DE" smtClean="0"/>
              <a:pPr/>
              <a:t>25</a:t>
            </a:fld>
            <a:endParaRPr lang="de-DE"/>
          </a:p>
        </p:txBody>
      </p:sp>
      <p:sp>
        <p:nvSpPr>
          <p:cNvPr id="9" name="Textplatzhalter 8">
            <a:extLst>
              <a:ext uri="{FF2B5EF4-FFF2-40B4-BE49-F238E27FC236}">
                <a16:creationId xmlns:a16="http://schemas.microsoft.com/office/drawing/2014/main" id="{14E5F938-A41E-46C3-B13E-D3AEABBB415A}"/>
              </a:ext>
            </a:extLst>
          </p:cNvPr>
          <p:cNvSpPr>
            <a:spLocks noGrp="1"/>
          </p:cNvSpPr>
          <p:nvPr>
            <p:ph type="body" sz="quarter" idx="24"/>
          </p:nvPr>
        </p:nvSpPr>
        <p:spPr/>
        <p:txBody>
          <a:bodyPr/>
          <a:lstStyle/>
          <a:p>
            <a:r>
              <a:rPr lang="de-DE" dirty="0"/>
              <a:t>„Lorem ipsum dolor sit amet, consetetur sadipscing elitr, sed diam nonumy eirmod tempor invidunt ut labore et dolore magna aliquyam erat, sed diam voluptua.“</a:t>
            </a:r>
          </a:p>
        </p:txBody>
      </p:sp>
      <p:sp>
        <p:nvSpPr>
          <p:cNvPr id="11" name="Bildplatzhalter 10">
            <a:extLst>
              <a:ext uri="{FF2B5EF4-FFF2-40B4-BE49-F238E27FC236}">
                <a16:creationId xmlns:a16="http://schemas.microsoft.com/office/drawing/2014/main" id="{16EE15A5-5AD8-4F67-9744-16B1B632F74F}"/>
              </a:ext>
            </a:extLst>
          </p:cNvPr>
          <p:cNvSpPr>
            <a:spLocks noGrp="1"/>
          </p:cNvSpPr>
          <p:nvPr>
            <p:ph type="pic" sz="quarter" idx="38"/>
          </p:nvPr>
        </p:nvSpPr>
        <p:spPr/>
      </p:sp>
      <p:sp>
        <p:nvSpPr>
          <p:cNvPr id="10" name="Textplatzhalter 9">
            <a:extLst>
              <a:ext uri="{FF2B5EF4-FFF2-40B4-BE49-F238E27FC236}">
                <a16:creationId xmlns:a16="http://schemas.microsoft.com/office/drawing/2014/main" id="{FDE579B2-041D-4DB9-B046-C99727B57904}"/>
              </a:ext>
            </a:extLst>
          </p:cNvPr>
          <p:cNvSpPr>
            <a:spLocks noGrp="1"/>
          </p:cNvSpPr>
          <p:nvPr>
            <p:ph type="body" sz="quarter" idx="37"/>
          </p:nvPr>
        </p:nvSpPr>
        <p:spPr/>
        <p:txBody>
          <a:bodyPr/>
          <a:lstStyle/>
          <a:p>
            <a:r>
              <a:rPr lang="de-DE"/>
              <a:t>Subheadline möglich. Gegebenenfalls löschen.</a:t>
            </a:r>
            <a:endParaRPr lang="de-DE" dirty="0"/>
          </a:p>
        </p:txBody>
      </p:sp>
    </p:spTree>
    <p:extLst>
      <p:ext uri="{BB962C8B-B14F-4D97-AF65-F5344CB8AC3E}">
        <p14:creationId xmlns:p14="http://schemas.microsoft.com/office/powerpoint/2010/main" val="958638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platzhalter 10">
            <a:extLst>
              <a:ext uri="{FF2B5EF4-FFF2-40B4-BE49-F238E27FC236}">
                <a16:creationId xmlns:a16="http://schemas.microsoft.com/office/drawing/2014/main" id="{3955DC4D-5EB6-4402-B56E-A8588264184B}"/>
              </a:ext>
            </a:extLst>
          </p:cNvPr>
          <p:cNvSpPr>
            <a:spLocks noGrp="1"/>
          </p:cNvSpPr>
          <p:nvPr>
            <p:ph type="body" sz="quarter" idx="13"/>
          </p:nvPr>
        </p:nvSpPr>
        <p:spPr>
          <a:xfrm>
            <a:off x="388738" y="2843231"/>
            <a:ext cx="8368309" cy="1171539"/>
          </a:xfrm>
        </p:spPr>
        <p:txBody>
          <a:bodyPr/>
          <a:lstStyle/>
          <a:p>
            <a:r>
              <a:rPr lang="de-DE" dirty="0"/>
              <a:t>Vielen Dank</a:t>
            </a:r>
          </a:p>
          <a:p>
            <a:r>
              <a:rPr lang="de-DE" dirty="0"/>
              <a:t>für Ihre Aufmerksamkeit!</a:t>
            </a:r>
          </a:p>
        </p:txBody>
      </p:sp>
    </p:spTree>
    <p:extLst>
      <p:ext uri="{BB962C8B-B14F-4D97-AF65-F5344CB8AC3E}">
        <p14:creationId xmlns:p14="http://schemas.microsoft.com/office/powerpoint/2010/main" val="1377472624"/>
      </p:ext>
    </p:extLst>
  </p:cSld>
  <p:clrMapOvr>
    <a:masterClrMapping/>
  </p:clrMapOvr>
</p:sld>
</file>

<file path=ppt/theme/theme1.xml><?xml version="1.0" encoding="utf-8"?>
<a:theme xmlns:a="http://schemas.openxmlformats.org/drawingml/2006/main" name="FAU Erlangen-Nürnberg">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685800" rtl="0" eaLnBrk="1" fontAlgn="auto" latinLnBrk="0" hangingPunct="1">
          <a:lnSpc>
            <a:spcPct val="110000"/>
          </a:lnSpc>
          <a:spcBef>
            <a:spcPts val="0"/>
          </a:spcBef>
          <a:spcAft>
            <a:spcPts val="800"/>
          </a:spcAft>
          <a:buClrTx/>
          <a:buSzTx/>
          <a:buFont typeface="Arial" panose="020B0604020202020204" pitchFamily="34" charset="0"/>
          <a:buNone/>
          <a:tabLst/>
          <a:defRPr kumimoji="0" sz="1400" b="0" i="0" u="none" strike="noStrike" kern="1200" cap="none" spc="0" normalizeH="0" baseline="0" noProof="0" dirty="0" smtClean="0">
            <a:ln>
              <a:noFill/>
            </a:ln>
            <a:solidFill>
              <a:prstClr val="black"/>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685800" rtl="0" eaLnBrk="1" fontAlgn="auto" latinLnBrk="0" hangingPunct="1">
          <a:lnSpc>
            <a:spcPct val="110000"/>
          </a:lnSpc>
          <a:spcBef>
            <a:spcPts val="0"/>
          </a:spcBef>
          <a:spcAft>
            <a:spcPts val="800"/>
          </a:spcAft>
          <a:buClrTx/>
          <a:buSzTx/>
          <a:buFont typeface="Arial" panose="020B0604020202020204" pitchFamily="34" charset="0"/>
          <a:buNone/>
          <a:tabLst/>
          <a:defRPr kumimoji="0" sz="14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1A7FE3-81F7-4596-A188-3EE8D4188E1F}">
  <ds:schemaRefs>
    <ds:schemaRef ds:uri="e1a9e197-d112-4abb-aa0c-4ed035d690a3"/>
    <ds:schemaRef ds:uri="http://purl.org/dc/dcmitype/"/>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 ds:uri="5d4c14f1-5e26-4315-944b-e10ebb29e5be"/>
    <ds:schemaRef ds:uri="http://purl.org/dc/terms/"/>
    <ds:schemaRef ds:uri="http://purl.org/dc/elements/1.1/"/>
  </ds:schemaRefs>
</ds:datastoreItem>
</file>

<file path=customXml/itemProps2.xml><?xml version="1.0" encoding="utf-8"?>
<ds:datastoreItem xmlns:ds="http://schemas.openxmlformats.org/officeDocument/2006/customXml" ds:itemID="{E457329C-FB5F-4A4D-B331-82D30E9A7432}">
  <ds:schemaRefs>
    <ds:schemaRef ds:uri="http://schemas.microsoft.com/sharepoint/v3/contenttype/forms"/>
  </ds:schemaRefs>
</ds:datastoreItem>
</file>

<file path=customXml/itemProps3.xml><?xml version="1.0" encoding="utf-8"?>
<ds:datastoreItem xmlns:ds="http://schemas.openxmlformats.org/officeDocument/2006/customXml" ds:itemID="{A1DF4B6E-E8EF-4FAC-B27C-12A410065A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1539</Words>
  <Application>Microsoft Office PowerPoint</Application>
  <PresentationFormat>Bildschirmpräsentation (4:3)</PresentationFormat>
  <Paragraphs>331</Paragraphs>
  <Slides>26</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26</vt:i4>
      </vt:variant>
    </vt:vector>
  </HeadingPairs>
  <TitlesOfParts>
    <vt:vector size="30" baseType="lpstr">
      <vt:lpstr>Arial</vt:lpstr>
      <vt:lpstr>Calibri</vt:lpstr>
      <vt:lpstr>Symbol</vt:lpstr>
      <vt:lpstr>FAU Erlangen-Nürnberg</vt:lpstr>
      <vt:lpstr>Willkommen</vt:lpstr>
      <vt:lpstr>Agenda</vt:lpstr>
      <vt:lpstr>Agenda</vt:lpstr>
      <vt:lpstr>Kapiteltrenner Mehrzeilig möglich</vt:lpstr>
      <vt:lpstr>Textfolie</vt:lpstr>
      <vt:lpstr>Textfolie | zweispaltig</vt:lpstr>
      <vt:lpstr>Textfolie | dreispaltig</vt:lpstr>
      <vt:lpstr>Text- Bildfolie</vt:lpstr>
      <vt:lpstr>Bild- Textfolie</vt:lpstr>
      <vt:lpstr>PowerPoint-Präsentation</vt:lpstr>
      <vt:lpstr>Bildfolie</vt:lpstr>
      <vt:lpstr>Bildfolie</vt:lpstr>
      <vt:lpstr>Bildfolie | dreispaltig</vt:lpstr>
      <vt:lpstr>Inhaltsfolie | Säulendiagramm</vt:lpstr>
      <vt:lpstr>Inhaltsfolie mit Text | Säulendiagramm</vt:lpstr>
      <vt:lpstr>Inhaltsfolie | Torten- &amp; Ringdiagramm</vt:lpstr>
      <vt:lpstr>Inhaltsfolie mit Text | Tortendiagramm</vt:lpstr>
      <vt:lpstr>Inhaltsfolie mit Text | Ringdiagramm</vt:lpstr>
      <vt:lpstr>Inhaltsfolie | Tabellenbeispiel</vt:lpstr>
      <vt:lpstr>Inhaltsfolie mit Text | Tabellenbeispiel</vt:lpstr>
      <vt:lpstr>Folie zur freien Gestaltung | Blau</vt:lpstr>
      <vt:lpstr>Folie zur freien Gestaltung | Zeitstrahl</vt:lpstr>
      <vt:lpstr>Folie zur freien Gestaltung | Weiß</vt:lpstr>
      <vt:lpstr>Folie zur freien Gestaltung | Zeitstrahl</vt:lpstr>
      <vt:lpstr>Zitatfolie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FAU Brand Office</dc:creator>
  <cp:lastModifiedBy>Schardt, Marlena</cp:lastModifiedBy>
  <cp:revision>123</cp:revision>
  <dcterms:created xsi:type="dcterms:W3CDTF">2021-11-18T07:49:57Z</dcterms:created>
  <dcterms:modified xsi:type="dcterms:W3CDTF">2026-03-18T10:12:11Z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